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ags/tag1.xml" ContentType="application/vnd.openxmlformats-officedocument.presentationml.tags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258" r:id="rId3"/>
    <p:sldId id="267" r:id="rId4"/>
    <p:sldId id="266" r:id="rId5"/>
    <p:sldId id="342" r:id="rId6"/>
    <p:sldId id="345" r:id="rId7"/>
    <p:sldId id="340" r:id="rId8"/>
    <p:sldId id="344" r:id="rId9"/>
    <p:sldId id="272" r:id="rId10"/>
    <p:sldId id="271" r:id="rId11"/>
    <p:sldId id="343" r:id="rId12"/>
    <p:sldId id="312" r:id="rId13"/>
    <p:sldId id="280" r:id="rId14"/>
    <p:sldId id="26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3113"/>
    <a:srgbClr val="A6896E"/>
    <a:srgbClr val="633308"/>
    <a:srgbClr val="2280BB"/>
    <a:srgbClr val="25B2C7"/>
    <a:srgbClr val="227EBA"/>
    <a:srgbClr val="17557B"/>
    <a:srgbClr val="1D6D9F"/>
    <a:srgbClr val="25B3C7"/>
    <a:srgbClr val="2281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99" autoAdjust="0"/>
    <p:restoredTop sz="94660"/>
  </p:normalViewPr>
  <p:slideViewPr>
    <p:cSldViewPr snapToGrid="0">
      <p:cViewPr>
        <p:scale>
          <a:sx n="75" d="100"/>
          <a:sy n="75" d="100"/>
        </p:scale>
        <p:origin x="79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13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D8240-3148-4746-BA4B-7B32B016B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1CC32A-496B-42D5-8EC6-30D10EB5C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F25E7C-B1D9-4999-8D1F-ED84C4EE9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8A7BBD-E847-449A-AA53-B3DBD3F5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910074-A50B-4F6C-9D3A-997C1681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35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C06C8B-3FFA-465E-BBD4-66F625EA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D2C06C-38E0-4052-90C3-34D76C49C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14FF9F-64CF-48F0-9865-817A3C67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DFB08F-E192-48E0-9032-C1389CE0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655902-398F-4442-BFD8-731BAF5A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14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A5E3A-4A41-4F73-A3A1-EC72B090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9AFC29-6332-4492-9285-A0418B56B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A3F6DF-3B49-481C-8199-D371B240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98FB59-4AA8-45EA-9B9E-82D9B84B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B2A394-124D-4F37-9BD3-DD17561A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00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F11B9-A495-4E50-B767-C28445DE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E66B8F-31CE-4C4A-BA93-E9868EAF51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0A5FB8-642F-4221-8862-0F7DC55DB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62E781-5F45-47EB-85D1-75BCC226B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229F42-3063-4EC2-A927-2B503755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99879A-EFE9-4C35-8BC8-83B21551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420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99036-B6F6-4846-9EBC-2D1E2101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01D12E-4C54-40ED-BAD5-EA824CE69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456FEA-986E-44D7-8675-9006DB4F6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4BD64E-F292-41EA-A7CE-2DC890263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E11F10-D94A-4C55-9672-1DE9FA8F6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3CE2B1-BCED-4AF2-9798-454A9C47D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E462DE-4C04-437B-9047-D94E6CB3B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3BDB45-E029-4677-94CB-8A1A3DFA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77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E41ED8-8C3F-4EB3-92C5-33A0EAF4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4D1BAF-403B-4803-86C6-1E3AD3ABD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AA558D-D833-4A3D-AAC9-04655BB3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E9AE99-6EBB-4793-8E85-3D8E148B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341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009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>
            <a:extLst>
              <a:ext uri="{FF2B5EF4-FFF2-40B4-BE49-F238E27FC236}">
                <a16:creationId xmlns:a16="http://schemas.microsoft.com/office/drawing/2014/main" id="{26973A76-549D-4E65-A860-5D857736E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4720" y="502285"/>
            <a:ext cx="4283075" cy="25765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17">
            <a:extLst>
              <a:ext uri="{FF2B5EF4-FFF2-40B4-BE49-F238E27FC236}">
                <a16:creationId xmlns:a16="http://schemas.microsoft.com/office/drawing/2014/main" id="{E28737EC-5586-4B9B-95A2-04C990DE4F8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3" y="3779838"/>
            <a:ext cx="4283075" cy="25765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E598EF4F-4D7B-4972-8F51-17FF269E7E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4238" y="472122"/>
            <a:ext cx="6003925" cy="26060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2" name="文本占位符 20">
            <a:extLst>
              <a:ext uri="{FF2B5EF4-FFF2-40B4-BE49-F238E27FC236}">
                <a16:creationId xmlns:a16="http://schemas.microsoft.com/office/drawing/2014/main" id="{2AB402AB-A998-4CC6-A98A-D0AE6EB9D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63870" y="3779837"/>
            <a:ext cx="6003925" cy="26060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4633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8">
            <a:extLst>
              <a:ext uri="{FF2B5EF4-FFF2-40B4-BE49-F238E27FC236}">
                <a16:creationId xmlns:a16="http://schemas.microsoft.com/office/drawing/2014/main" id="{53F5ACE9-D004-45E4-84FB-8DE1D849A9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594360"/>
            <a:ext cx="5136516" cy="49847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2D304249-7170-43D2-8DCD-0AA78EF252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1405" y="3535680"/>
            <a:ext cx="2835275" cy="28352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8">
            <a:extLst>
              <a:ext uri="{FF2B5EF4-FFF2-40B4-BE49-F238E27FC236}">
                <a16:creationId xmlns:a16="http://schemas.microsoft.com/office/drawing/2014/main" id="{0F45E73F-9F2E-4049-9A4C-6194B021C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59885" y="3535680"/>
            <a:ext cx="2835275" cy="28352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8">
            <a:extLst>
              <a:ext uri="{FF2B5EF4-FFF2-40B4-BE49-F238E27FC236}">
                <a16:creationId xmlns:a16="http://schemas.microsoft.com/office/drawing/2014/main" id="{F95CA85F-293D-49AC-9953-664F566730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38365" y="3535680"/>
            <a:ext cx="2835275" cy="283527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15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7">
            <a:extLst>
              <a:ext uri="{FF2B5EF4-FFF2-40B4-BE49-F238E27FC236}">
                <a16:creationId xmlns:a16="http://schemas.microsoft.com/office/drawing/2014/main" id="{9818A0C7-7D1C-4BE6-8A0A-2E207297C23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5761" y="731519"/>
            <a:ext cx="2438400" cy="52107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图片占位符 12">
            <a:extLst>
              <a:ext uri="{FF2B5EF4-FFF2-40B4-BE49-F238E27FC236}">
                <a16:creationId xmlns:a16="http://schemas.microsoft.com/office/drawing/2014/main" id="{CF943798-915D-4305-A1E7-598A9A8482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78163" y="731519"/>
            <a:ext cx="5424806" cy="24987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图片占位符 12">
            <a:extLst>
              <a:ext uri="{FF2B5EF4-FFF2-40B4-BE49-F238E27FC236}">
                <a16:creationId xmlns:a16="http://schemas.microsoft.com/office/drawing/2014/main" id="{322F578C-B13E-4067-A994-85363AC55E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64568" y="3443524"/>
            <a:ext cx="2438401" cy="249872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12">
            <a:extLst>
              <a:ext uri="{FF2B5EF4-FFF2-40B4-BE49-F238E27FC236}">
                <a16:creationId xmlns:a16="http://schemas.microsoft.com/office/drawing/2014/main" id="{5DA94B60-EC27-4E06-934A-F377CCEB3E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76972" y="731519"/>
            <a:ext cx="3049268" cy="521073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图片占位符 12">
            <a:extLst>
              <a:ext uri="{FF2B5EF4-FFF2-40B4-BE49-F238E27FC236}">
                <a16:creationId xmlns:a16="http://schemas.microsoft.com/office/drawing/2014/main" id="{D746B56B-3A74-40C6-AC3A-D1A7D166535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78163" y="3443524"/>
            <a:ext cx="2712403" cy="2498726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20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42A05F32-3C58-4BD5-B640-723BC7819F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6280" y="2407920"/>
            <a:ext cx="6400800" cy="40084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066C452-DF34-4469-8EA4-94384B676D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28243" y="2407920"/>
            <a:ext cx="3749675" cy="4008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文本占位符 8">
            <a:extLst>
              <a:ext uri="{FF2B5EF4-FFF2-40B4-BE49-F238E27FC236}">
                <a16:creationId xmlns:a16="http://schemas.microsoft.com/office/drawing/2014/main" id="{538E65F3-070D-404F-AF40-DD5CF4378F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6280" y="495141"/>
            <a:ext cx="4648200" cy="1379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1" name="文本占位符 8">
            <a:extLst>
              <a:ext uri="{FF2B5EF4-FFF2-40B4-BE49-F238E27FC236}">
                <a16:creationId xmlns:a16="http://schemas.microsoft.com/office/drawing/2014/main" id="{33B15911-297B-44CE-B84B-40E15129F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9718" y="533082"/>
            <a:ext cx="4648200" cy="1379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54376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>
            <a:extLst>
              <a:ext uri="{FF2B5EF4-FFF2-40B4-BE49-F238E27FC236}">
                <a16:creationId xmlns:a16="http://schemas.microsoft.com/office/drawing/2014/main" id="{5D3DC67B-DF00-4A36-A84D-BE257FD32B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112202"/>
            <a:ext cx="5044440" cy="4313238"/>
          </a:xfrm>
          <a:solidFill>
            <a:schemeClr val="bg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5C8542F5-2D9C-4743-9D58-C9F3571927A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06840" y="1112202"/>
            <a:ext cx="3185160" cy="4313238"/>
          </a:xfrm>
          <a:solidFill>
            <a:schemeClr val="bg1"/>
          </a:solidFill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129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5">
            <a:extLst>
              <a:ext uri="{FF2B5EF4-FFF2-40B4-BE49-F238E27FC236}">
                <a16:creationId xmlns:a16="http://schemas.microsoft.com/office/drawing/2014/main" id="{3619BF60-5492-4954-933A-8D97243919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20307" y="856957"/>
            <a:ext cx="3282460" cy="5144086"/>
          </a:xfrm>
          <a:solidFill>
            <a:schemeClr val="bg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5">
            <a:extLst>
              <a:ext uri="{FF2B5EF4-FFF2-40B4-BE49-F238E27FC236}">
                <a16:creationId xmlns:a16="http://schemas.microsoft.com/office/drawing/2014/main" id="{0393BD61-4048-4F2C-BDD7-9CE017026EB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2707" y="856957"/>
            <a:ext cx="3282460" cy="5144086"/>
          </a:xfrm>
          <a:solidFill>
            <a:schemeClr val="bg1"/>
          </a:solidFill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452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DF36A259-6FD2-4483-8A9E-47C935EFBE2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-15240"/>
            <a:ext cx="3886200" cy="68732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9C1B5497-F3A3-4C84-8D51-839B47B455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3073" y="990918"/>
            <a:ext cx="4540568" cy="4540568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" name="内容占位符 9">
            <a:extLst>
              <a:ext uri="{FF2B5EF4-FFF2-40B4-BE49-F238E27FC236}">
                <a16:creationId xmlns:a16="http://schemas.microsoft.com/office/drawing/2014/main" id="{161FB9B7-43F3-4E96-B4A6-F11E5F259B4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91400" y="2118360"/>
            <a:ext cx="3886200" cy="26212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98949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5">
            <a:extLst>
              <a:ext uri="{FF2B5EF4-FFF2-40B4-BE49-F238E27FC236}">
                <a16:creationId xmlns:a16="http://schemas.microsoft.com/office/drawing/2014/main" id="{0393BD61-4048-4F2C-BDD7-9CE017026EB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55077" y="0"/>
            <a:ext cx="4783015" cy="3048000"/>
          </a:xfrm>
          <a:solidFill>
            <a:schemeClr val="bg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D35F2AD7-C9D9-4CBB-ACB8-F31689AA5EF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3810000"/>
            <a:ext cx="4783015" cy="3048000"/>
          </a:xfrm>
          <a:solidFill>
            <a:schemeClr val="bg1"/>
          </a:solid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821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45041E4D-9CDD-430A-9EE8-91B66AF501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1640" y="350838"/>
            <a:ext cx="6248400" cy="333724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E8C63587-48C6-4944-874F-0092447313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01640" y="3855720"/>
            <a:ext cx="3154680" cy="254507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6">
            <a:extLst>
              <a:ext uri="{FF2B5EF4-FFF2-40B4-BE49-F238E27FC236}">
                <a16:creationId xmlns:a16="http://schemas.microsoft.com/office/drawing/2014/main" id="{2FB96B8B-58B1-4392-950F-07684B7872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54440" y="3855720"/>
            <a:ext cx="2895600" cy="2545079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093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EB3A07-D84B-45E2-B920-3B74BA1DA7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6365" y="716279"/>
            <a:ext cx="2780756" cy="26689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2">
            <a:extLst>
              <a:ext uri="{FF2B5EF4-FFF2-40B4-BE49-F238E27FC236}">
                <a16:creationId xmlns:a16="http://schemas.microsoft.com/office/drawing/2014/main" id="{990C5163-D623-4493-B8AA-81CC3F0745E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40085" y="716279"/>
            <a:ext cx="2780756" cy="26689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2">
            <a:extLst>
              <a:ext uri="{FF2B5EF4-FFF2-40B4-BE49-F238E27FC236}">
                <a16:creationId xmlns:a16="http://schemas.microsoft.com/office/drawing/2014/main" id="{3DD2EC3D-B52B-4539-BB4F-C4F03B1ACA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6365" y="3611879"/>
            <a:ext cx="2780756" cy="26689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2">
            <a:extLst>
              <a:ext uri="{FF2B5EF4-FFF2-40B4-BE49-F238E27FC236}">
                <a16:creationId xmlns:a16="http://schemas.microsoft.com/office/drawing/2014/main" id="{DE37EB92-B1EC-4656-A5C0-7B7FFE73D8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40085" y="3611879"/>
            <a:ext cx="2780756" cy="2668967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629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446E7A7B-7DB8-49E8-AEF2-3BE9211E2A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1325" y="350203"/>
            <a:ext cx="3490913" cy="376396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417B0121-1197-4204-AA3C-E41633AF0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1324" y="4297363"/>
            <a:ext cx="3490913" cy="221043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D65922DC-26DB-42B9-B60E-996636801E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59884" y="2971800"/>
            <a:ext cx="3490913" cy="35359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>
            <a:extLst>
              <a:ext uri="{FF2B5EF4-FFF2-40B4-BE49-F238E27FC236}">
                <a16:creationId xmlns:a16="http://schemas.microsoft.com/office/drawing/2014/main" id="{92CF9D8D-503A-4622-BAB8-ADA65F5F4D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59883" y="350203"/>
            <a:ext cx="3490913" cy="2453957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475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446E7A7B-7DB8-49E8-AEF2-3BE9211E2A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1325" y="350203"/>
            <a:ext cx="3490913" cy="615759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D65922DC-26DB-42B9-B60E-996636801E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59884" y="3093720"/>
            <a:ext cx="3963036" cy="341407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>
            <a:extLst>
              <a:ext uri="{FF2B5EF4-FFF2-40B4-BE49-F238E27FC236}">
                <a16:creationId xmlns:a16="http://schemas.microsoft.com/office/drawing/2014/main" id="{92CF9D8D-503A-4622-BAB8-ADA65F5F4D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59883" y="350203"/>
            <a:ext cx="3963037" cy="2575877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462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CC43B144-5AC5-4341-9663-51E55961D9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80243" y="349250"/>
            <a:ext cx="3414712" cy="307975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DE20125D-ECA5-43EF-A8A3-248C14FB31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65531" y="3429000"/>
            <a:ext cx="3414712" cy="30797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4CBE9C84-A963-4844-AE01-FD27813BF5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94955" y="3429000"/>
            <a:ext cx="3414712" cy="30797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727B8308-7868-4368-9E45-B9528A1CAB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2494" y="518160"/>
            <a:ext cx="3040150" cy="2741930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文本占位符 10">
            <a:extLst>
              <a:ext uri="{FF2B5EF4-FFF2-40B4-BE49-F238E27FC236}">
                <a16:creationId xmlns:a16="http://schemas.microsoft.com/office/drawing/2014/main" id="{986C9CF1-B2BB-4097-8460-78A11314A4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1609" y="3613150"/>
            <a:ext cx="3040150" cy="2741930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文本占位符 10">
            <a:extLst>
              <a:ext uri="{FF2B5EF4-FFF2-40B4-BE49-F238E27FC236}">
                <a16:creationId xmlns:a16="http://schemas.microsoft.com/office/drawing/2014/main" id="{F0FB93CC-8B44-49D0-AEB6-19E081F58E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82236" y="518160"/>
            <a:ext cx="3040150" cy="2741930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090440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CC43B144-5AC5-4341-9663-51E55961D9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80243" y="349250"/>
            <a:ext cx="3414712" cy="3079750"/>
          </a:xfrm>
          <a:ln>
            <a:solidFill>
              <a:schemeClr val="tx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DE20125D-ECA5-43EF-A8A3-248C14FB31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65531" y="3429000"/>
            <a:ext cx="3414712" cy="3079750"/>
          </a:xfrm>
          <a:ln>
            <a:solidFill>
              <a:schemeClr val="tx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4CBE9C84-A963-4844-AE01-FD27813BF5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94955" y="3429000"/>
            <a:ext cx="3414712" cy="3079750"/>
          </a:xfrm>
          <a:ln>
            <a:solidFill>
              <a:schemeClr val="tx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727B8308-7868-4368-9E45-B9528A1CAB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5213" y="349250"/>
            <a:ext cx="3414712" cy="3079750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12" name="文本占位符 10">
            <a:extLst>
              <a:ext uri="{FF2B5EF4-FFF2-40B4-BE49-F238E27FC236}">
                <a16:creationId xmlns:a16="http://schemas.microsoft.com/office/drawing/2014/main" id="{986C9CF1-B2BB-4097-8460-78A11314A4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9925" y="3440269"/>
            <a:ext cx="3423518" cy="3087692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13" name="文本占位符 10">
            <a:extLst>
              <a:ext uri="{FF2B5EF4-FFF2-40B4-BE49-F238E27FC236}">
                <a16:creationId xmlns:a16="http://schemas.microsoft.com/office/drawing/2014/main" id="{F0FB93CC-8B44-49D0-AEB6-19E081F58E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03443" y="356905"/>
            <a:ext cx="3397736" cy="3064440"/>
          </a:xfrm>
          <a:ln>
            <a:solidFill>
              <a:schemeClr val="tx1"/>
            </a:solidFill>
          </a:ln>
        </p:spPr>
        <p:txBody>
          <a:bodyPr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41236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E3C11D2-D5BA-46AC-BC1E-76D9AB8BEF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3893" y="426720"/>
            <a:ext cx="4362098" cy="232008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9C056F01-3B84-4D36-BF8F-B554A4D620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3892" y="2941320"/>
            <a:ext cx="4362100" cy="348996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203487BE-DE3B-4CF8-91B6-313810F3BB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24960" y="426720"/>
            <a:ext cx="3363720" cy="1905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图片占位符 6">
            <a:extLst>
              <a:ext uri="{FF2B5EF4-FFF2-40B4-BE49-F238E27FC236}">
                <a16:creationId xmlns:a16="http://schemas.microsoft.com/office/drawing/2014/main" id="{7F76378E-8C2A-40A6-BB8B-2B489CC55C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960" y="2575560"/>
            <a:ext cx="3363720" cy="1905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6">
            <a:extLst>
              <a:ext uri="{FF2B5EF4-FFF2-40B4-BE49-F238E27FC236}">
                <a16:creationId xmlns:a16="http://schemas.microsoft.com/office/drawing/2014/main" id="{9039F567-A665-4476-A292-733AD58E4A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24960" y="4724400"/>
            <a:ext cx="3363720" cy="17068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6">
            <a:extLst>
              <a:ext uri="{FF2B5EF4-FFF2-40B4-BE49-F238E27FC236}">
                <a16:creationId xmlns:a16="http://schemas.microsoft.com/office/drawing/2014/main" id="{CC800CB5-5F00-4B53-B0FA-9040B2D3FB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27649" y="426720"/>
            <a:ext cx="2940458" cy="405384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图片占位符 6">
            <a:extLst>
              <a:ext uri="{FF2B5EF4-FFF2-40B4-BE49-F238E27FC236}">
                <a16:creationId xmlns:a16="http://schemas.microsoft.com/office/drawing/2014/main" id="{EB09BF5C-26E5-41BE-BFCD-FCD8F559DB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27648" y="4724400"/>
            <a:ext cx="2940458" cy="170688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2766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5C2BDA-D151-4F80-B2FE-3EF52E07459D}"/>
              </a:ext>
            </a:extLst>
          </p:cNvPr>
          <p:cNvSpPr/>
          <p:nvPr userDrawn="1"/>
        </p:nvSpPr>
        <p:spPr>
          <a:xfrm>
            <a:off x="2301240" y="1927860"/>
            <a:ext cx="4617720" cy="3002280"/>
          </a:xfrm>
          <a:prstGeom prst="rect">
            <a:avLst/>
          </a:prstGeom>
          <a:noFill/>
          <a:ln w="41275">
            <a:solidFill>
              <a:srgbClr val="FEC405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E3C11D2-D5BA-46AC-BC1E-76D9AB8BEF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7720" y="426720"/>
            <a:ext cx="3459480" cy="30022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9C056F01-3B84-4D36-BF8F-B554A4D620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16772" y="3017520"/>
            <a:ext cx="3606148" cy="32766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407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B39D0C2-9BC0-4C51-968C-7B43060020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3603" y="624522"/>
            <a:ext cx="3382962" cy="46640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BE05BA01-5F30-438F-94A8-2E10BDACA4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49763" y="624522"/>
            <a:ext cx="3382962" cy="46640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B4D5D4A9-459F-4839-9C80-3AC18C2720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15923" y="624521"/>
            <a:ext cx="3382962" cy="466407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0127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B39D0C2-9BC0-4C51-968C-7B43060020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472281"/>
            <a:ext cx="3840480" cy="59134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BE05BA01-5F30-438F-94A8-2E10BDACA4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26279" y="472280"/>
            <a:ext cx="2987044" cy="272811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B4D5D4A9-459F-4839-9C80-3AC18C2720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41920" y="487203"/>
            <a:ext cx="3992879" cy="39019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6">
            <a:extLst>
              <a:ext uri="{FF2B5EF4-FFF2-40B4-BE49-F238E27FC236}">
                <a16:creationId xmlns:a16="http://schemas.microsoft.com/office/drawing/2014/main" id="{86A0CDC9-E86D-450F-9C11-5C20B64662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26277" y="3429000"/>
            <a:ext cx="2987045" cy="2956719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3065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B39D0C2-9BC0-4C51-968C-7B43060020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472281"/>
            <a:ext cx="3459480" cy="27281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B4D5D4A9-459F-4839-9C80-3AC18C2720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84920" y="2346880"/>
            <a:ext cx="2849878" cy="39019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6">
            <a:extLst>
              <a:ext uri="{FF2B5EF4-FFF2-40B4-BE49-F238E27FC236}">
                <a16:creationId xmlns:a16="http://schemas.microsoft.com/office/drawing/2014/main" id="{86A0CDC9-E86D-450F-9C11-5C20B64662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06237" y="2346880"/>
            <a:ext cx="4389124" cy="388635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6">
            <a:extLst>
              <a:ext uri="{FF2B5EF4-FFF2-40B4-BE49-F238E27FC236}">
                <a16:creationId xmlns:a16="http://schemas.microsoft.com/office/drawing/2014/main" id="{4437A059-20E8-459E-BC18-702540F15B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3429000"/>
            <a:ext cx="3459480" cy="2728118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557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B39D0C2-9BC0-4C51-968C-7B43060020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472280"/>
            <a:ext cx="2849878" cy="577651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B4D5D4A9-459F-4839-9C80-3AC18C2720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87638" y="472280"/>
            <a:ext cx="3947160" cy="57765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6">
            <a:extLst>
              <a:ext uri="{FF2B5EF4-FFF2-40B4-BE49-F238E27FC236}">
                <a16:creationId xmlns:a16="http://schemas.microsoft.com/office/drawing/2014/main" id="{86A0CDC9-E86D-450F-9C11-5C20B64662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05201" y="3200400"/>
            <a:ext cx="3947160" cy="3032838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63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901CA619-8CDC-4E4C-9775-EE77DA1EA0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49240" y="610553"/>
            <a:ext cx="2956783" cy="271176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9E9C76FB-CE46-4E62-8E3E-9FC9B0755B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19160" y="610553"/>
            <a:ext cx="2956783" cy="271176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C645F004-5786-47BB-95BA-12DED440F5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49240" y="3536633"/>
            <a:ext cx="2956783" cy="271176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>
            <a:extLst>
              <a:ext uri="{FF2B5EF4-FFF2-40B4-BE49-F238E27FC236}">
                <a16:creationId xmlns:a16="http://schemas.microsoft.com/office/drawing/2014/main" id="{8947F58A-20CE-42D2-BE05-E77B827F33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19160" y="3536633"/>
            <a:ext cx="2956783" cy="2711768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256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6">
            <a:extLst>
              <a:ext uri="{FF2B5EF4-FFF2-40B4-BE49-F238E27FC236}">
                <a16:creationId xmlns:a16="http://schemas.microsoft.com/office/drawing/2014/main" id="{9E9C76FB-CE46-4E62-8E3E-9FC9B0755B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6057" y="824864"/>
            <a:ext cx="1097503" cy="507301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6">
            <a:extLst>
              <a:ext uri="{FF2B5EF4-FFF2-40B4-BE49-F238E27FC236}">
                <a16:creationId xmlns:a16="http://schemas.microsoft.com/office/drawing/2014/main" id="{E4E4FFA6-A66C-4A72-BE9F-454D1B2067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26697" y="367664"/>
            <a:ext cx="1097503" cy="507301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6">
            <a:extLst>
              <a:ext uri="{FF2B5EF4-FFF2-40B4-BE49-F238E27FC236}">
                <a16:creationId xmlns:a16="http://schemas.microsoft.com/office/drawing/2014/main" id="{E7443425-35A4-4F00-9D21-188959FEE1C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37337" y="1464944"/>
            <a:ext cx="1097503" cy="507301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6">
            <a:extLst>
              <a:ext uri="{FF2B5EF4-FFF2-40B4-BE49-F238E27FC236}">
                <a16:creationId xmlns:a16="http://schemas.microsoft.com/office/drawing/2014/main" id="{05D7FFAD-DFA5-4E55-81CE-8F7BAFB7C2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7608" y="1000125"/>
            <a:ext cx="1097503" cy="5073016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9636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2">
            <a:extLst>
              <a:ext uri="{FF2B5EF4-FFF2-40B4-BE49-F238E27FC236}">
                <a16:creationId xmlns:a16="http://schemas.microsoft.com/office/drawing/2014/main" id="{97B0D35E-39B2-44CD-BA83-BDB5AA1C83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2780108">
            <a:off x="1328871" y="2167229"/>
            <a:ext cx="2249222" cy="224922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4D6496-6205-4F9A-BAC4-6462ABB0CD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780108">
            <a:off x="3468572" y="1624689"/>
            <a:ext cx="3334302" cy="3334302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783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5BE0BC2F-9A8F-4EEF-B3C4-A8CCA7A7E8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4238" y="1920240"/>
            <a:ext cx="3306762" cy="4022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3">
            <a:extLst>
              <a:ext uri="{FF2B5EF4-FFF2-40B4-BE49-F238E27FC236}">
                <a16:creationId xmlns:a16="http://schemas.microsoft.com/office/drawing/2014/main" id="{7CF3898D-D895-4A76-A339-664011C77C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8038" y="1920240"/>
            <a:ext cx="3306762" cy="40227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3">
            <a:extLst>
              <a:ext uri="{FF2B5EF4-FFF2-40B4-BE49-F238E27FC236}">
                <a16:creationId xmlns:a16="http://schemas.microsoft.com/office/drawing/2014/main" id="{4ABBB9E7-E51F-47C7-B6D1-756D027D2D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51838" y="1920240"/>
            <a:ext cx="3306762" cy="40227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8906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>
            <a:extLst>
              <a:ext uri="{FF2B5EF4-FFF2-40B4-BE49-F238E27FC236}">
                <a16:creationId xmlns:a16="http://schemas.microsoft.com/office/drawing/2014/main" id="{F7E2256E-0DD7-4E55-AD32-7BD23AF85C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28841" y="2057399"/>
            <a:ext cx="2667159" cy="249951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8">
            <a:extLst>
              <a:ext uri="{FF2B5EF4-FFF2-40B4-BE49-F238E27FC236}">
                <a16:creationId xmlns:a16="http://schemas.microsoft.com/office/drawing/2014/main" id="{70EEEFA1-6AA7-4663-88B8-60E65E4571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057399"/>
            <a:ext cx="2667159" cy="249951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8">
            <a:extLst>
              <a:ext uri="{FF2B5EF4-FFF2-40B4-BE49-F238E27FC236}">
                <a16:creationId xmlns:a16="http://schemas.microsoft.com/office/drawing/2014/main" id="{4A5CDD20-203A-4885-BF3B-9A5B245D66B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63159" y="2057399"/>
            <a:ext cx="2667159" cy="2499519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9452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247D61C-8F6C-4F9D-9C07-2C6B9A7B0B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7078" y="830262"/>
            <a:ext cx="3429000" cy="51974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A1FD0B91-620F-4E20-A52A-30379F2AACC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86924" y="830262"/>
            <a:ext cx="3063556" cy="241585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CB330FCD-2C8F-4BBE-B9F8-341A0C9799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86924" y="3611880"/>
            <a:ext cx="3063556" cy="2415858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1926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51D85C73-FA04-4E9C-8A2E-BBADF925886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 flipH="1">
            <a:off x="3504840" y="647645"/>
            <a:ext cx="2530200" cy="3518294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</a:p>
        </p:txBody>
      </p:sp>
      <p:sp>
        <p:nvSpPr>
          <p:cNvPr id="7" name="Picture Placeholder 17">
            <a:extLst>
              <a:ext uri="{FF2B5EF4-FFF2-40B4-BE49-F238E27FC236}">
                <a16:creationId xmlns:a16="http://schemas.microsoft.com/office/drawing/2014/main" id="{FCE59B5E-E9EA-455E-95A3-8C74B367800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 flipH="1">
            <a:off x="3504840" y="4388896"/>
            <a:ext cx="2530200" cy="1821460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</a:p>
        </p:txBody>
      </p:sp>
      <p:sp>
        <p:nvSpPr>
          <p:cNvPr id="8" name="Picture Placeholder 17">
            <a:extLst>
              <a:ext uri="{FF2B5EF4-FFF2-40B4-BE49-F238E27FC236}">
                <a16:creationId xmlns:a16="http://schemas.microsoft.com/office/drawing/2014/main" id="{5EA70E46-7FD5-46DB-A581-E4304E610E62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 flipH="1">
            <a:off x="6348720" y="3432894"/>
            <a:ext cx="2530202" cy="2777462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1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9A558672-F4D8-46DE-AAFF-E87074EB277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 flipH="1">
            <a:off x="660960" y="650235"/>
            <a:ext cx="2530200" cy="1821460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1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</a:p>
        </p:txBody>
      </p:sp>
      <p:sp>
        <p:nvSpPr>
          <p:cNvPr id="10" name="Picture Placeholder 17">
            <a:extLst>
              <a:ext uri="{FF2B5EF4-FFF2-40B4-BE49-F238E27FC236}">
                <a16:creationId xmlns:a16="http://schemas.microsoft.com/office/drawing/2014/main" id="{1F989365-40B4-47F1-9153-66F0095C9079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 flipH="1">
            <a:off x="6348720" y="647644"/>
            <a:ext cx="2530200" cy="2571889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185B2F9-C0E2-4744-9252-5AB46D30421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 flipH="1">
            <a:off x="660960" y="2692062"/>
            <a:ext cx="2530200" cy="3518294"/>
          </a:xfrm>
          <a:solidFill>
            <a:schemeClr val="bg1"/>
          </a:solidFill>
          <a:ln>
            <a:noFill/>
          </a:ln>
          <a:effectLst/>
        </p:spPr>
        <p:txBody>
          <a:bodyPr lIns="0" rIns="0" anchor="ctr"/>
          <a:lstStyle>
            <a:lvl1pPr marL="0" indent="0" algn="ctr">
              <a:buNone/>
              <a:defRPr sz="11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Pic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5BA241D-DD42-476B-B01F-64BAD8BC998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 flipH="1">
            <a:off x="9076680" y="647644"/>
            <a:ext cx="2530200" cy="5562712"/>
          </a:xfrm>
          <a:solidFill>
            <a:schemeClr val="bg1"/>
          </a:solidFill>
          <a:ln>
            <a:noFill/>
          </a:ln>
          <a:effectLst/>
        </p:spPr>
        <p:txBody>
          <a:bodyPr lIns="180000" rIns="180000"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Photo or Drag &amp; Drop your Photo</a:t>
            </a:r>
          </a:p>
        </p:txBody>
      </p:sp>
    </p:spTree>
    <p:extLst>
      <p:ext uri="{BB962C8B-B14F-4D97-AF65-F5344CB8AC3E}">
        <p14:creationId xmlns:p14="http://schemas.microsoft.com/office/powerpoint/2010/main" val="7210490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E3E1D16B-89A7-4878-B7CC-11F1CCFE99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122" y="405113"/>
            <a:ext cx="2522999" cy="23375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D786FB47-F1FD-4590-B33B-DC950776E4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63748" y="405113"/>
            <a:ext cx="2522999" cy="23375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0193C872-8F4F-4DC0-BE09-D2CDDA2EE1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2122" y="2928393"/>
            <a:ext cx="5254625" cy="352449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>
            <a:extLst>
              <a:ext uri="{FF2B5EF4-FFF2-40B4-BE49-F238E27FC236}">
                <a16:creationId xmlns:a16="http://schemas.microsoft.com/office/drawing/2014/main" id="{048F62D5-BCBC-4F7D-8113-5B7651BE09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54632" y="394082"/>
            <a:ext cx="2905246" cy="6006719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2820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4EE6B36-2126-47DA-AA23-43CF3EA6EE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8182" y="542196"/>
            <a:ext cx="3692866" cy="288680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C9625355-43E6-43A0-A5CE-A3A60663B5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10268" y="542197"/>
            <a:ext cx="3024851" cy="18284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C68FFF2A-FACC-426B-8F5E-E530977ABE4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10267" y="2509300"/>
            <a:ext cx="3024851" cy="18284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6">
            <a:extLst>
              <a:ext uri="{FF2B5EF4-FFF2-40B4-BE49-F238E27FC236}">
                <a16:creationId xmlns:a16="http://schemas.microsoft.com/office/drawing/2014/main" id="{6CB9BAE0-B659-4425-8A88-233D072B33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10267" y="4487385"/>
            <a:ext cx="3024851" cy="182841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6">
            <a:extLst>
              <a:ext uri="{FF2B5EF4-FFF2-40B4-BE49-F238E27FC236}">
                <a16:creationId xmlns:a16="http://schemas.microsoft.com/office/drawing/2014/main" id="{EEDF80E4-C041-44CE-949A-D045154902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04338" y="542197"/>
            <a:ext cx="3839480" cy="5773606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1138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4EE6B36-2126-47DA-AA23-43CF3EA6EE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159" y="207609"/>
            <a:ext cx="1805651" cy="16106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6">
            <a:extLst>
              <a:ext uri="{FF2B5EF4-FFF2-40B4-BE49-F238E27FC236}">
                <a16:creationId xmlns:a16="http://schemas.microsoft.com/office/drawing/2014/main" id="{F2018A5E-A599-4933-AB67-9CEDF60760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72811" y="207610"/>
            <a:ext cx="1805652" cy="322139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6">
            <a:extLst>
              <a:ext uri="{FF2B5EF4-FFF2-40B4-BE49-F238E27FC236}">
                <a16:creationId xmlns:a16="http://schemas.microsoft.com/office/drawing/2014/main" id="{D4E01EDE-6731-4D23-AD06-B7F807A55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7158" y="3399717"/>
            <a:ext cx="1805651" cy="16106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6">
            <a:extLst>
              <a:ext uri="{FF2B5EF4-FFF2-40B4-BE49-F238E27FC236}">
                <a16:creationId xmlns:a16="http://schemas.microsoft.com/office/drawing/2014/main" id="{72A8F389-1AF7-4700-ADA7-DE432E0BB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157" y="5010412"/>
            <a:ext cx="1805651" cy="16106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6">
            <a:extLst>
              <a:ext uri="{FF2B5EF4-FFF2-40B4-BE49-F238E27FC236}">
                <a16:creationId xmlns:a16="http://schemas.microsoft.com/office/drawing/2014/main" id="{702B69A2-A6AF-4B88-AC69-0CD785E9C1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78463" y="3399717"/>
            <a:ext cx="1805651" cy="16106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6">
            <a:extLst>
              <a:ext uri="{FF2B5EF4-FFF2-40B4-BE49-F238E27FC236}">
                <a16:creationId xmlns:a16="http://schemas.microsoft.com/office/drawing/2014/main" id="{D7734F89-93E3-4A79-90D5-CDD70FAE66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84115" y="1789022"/>
            <a:ext cx="1805651" cy="32213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C4EF3C-1722-4B7B-B51C-E657C92BCA71}"/>
              </a:ext>
            </a:extLst>
          </p:cNvPr>
          <p:cNvSpPr/>
          <p:nvPr userDrawn="1"/>
        </p:nvSpPr>
        <p:spPr>
          <a:xfrm>
            <a:off x="2372808" y="207608"/>
            <a:ext cx="1805651" cy="3221392"/>
          </a:xfrm>
          <a:prstGeom prst="rect">
            <a:avLst/>
          </a:prstGeom>
          <a:solidFill>
            <a:srgbClr val="B14149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5EAC9F-5ABC-49BF-ABB8-4956DFB1B6A8}"/>
              </a:ext>
            </a:extLst>
          </p:cNvPr>
          <p:cNvSpPr/>
          <p:nvPr userDrawn="1"/>
        </p:nvSpPr>
        <p:spPr>
          <a:xfrm>
            <a:off x="5984108" y="1789019"/>
            <a:ext cx="1805651" cy="3221392"/>
          </a:xfrm>
          <a:prstGeom prst="rect">
            <a:avLst/>
          </a:prstGeom>
          <a:solidFill>
            <a:srgbClr val="B14149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8459FE-A74A-4EB9-ABAA-A429BA2D9AF4}"/>
              </a:ext>
            </a:extLst>
          </p:cNvPr>
          <p:cNvSpPr/>
          <p:nvPr userDrawn="1"/>
        </p:nvSpPr>
        <p:spPr>
          <a:xfrm>
            <a:off x="567150" y="3399715"/>
            <a:ext cx="1805651" cy="1639980"/>
          </a:xfrm>
          <a:prstGeom prst="rect">
            <a:avLst/>
          </a:prstGeom>
          <a:solidFill>
            <a:srgbClr val="B14149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083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A5436B6B-16D7-4D7D-86CC-329BB0CD2C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" y="949325"/>
            <a:ext cx="6783247" cy="3530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>
            <a:extLst>
              <a:ext uri="{FF2B5EF4-FFF2-40B4-BE49-F238E27FC236}">
                <a16:creationId xmlns:a16="http://schemas.microsoft.com/office/drawing/2014/main" id="{B1D499E1-DB7E-47A2-B338-6CF33291AE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97166" y="949326"/>
            <a:ext cx="3847134" cy="165570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BF109BF0-3F2E-49B2-94CB-CEDF7B7D0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97166" y="2824223"/>
            <a:ext cx="3847133" cy="165570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0877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A5436B6B-16D7-4D7D-86CC-329BB0CD2C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79CB56-29B2-4AFF-AAFD-3715FA7B422F}"/>
              </a:ext>
            </a:extLst>
          </p:cNvPr>
          <p:cNvSpPr/>
          <p:nvPr userDrawn="1"/>
        </p:nvSpPr>
        <p:spPr>
          <a:xfrm>
            <a:off x="1354239" y="999763"/>
            <a:ext cx="9684152" cy="485847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B95CCC6F-6FD4-4F0F-8F8F-A0DB3EB6EB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91428" y="1543905"/>
            <a:ext cx="3633868" cy="377019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837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6">
            <a:extLst>
              <a:ext uri="{FF2B5EF4-FFF2-40B4-BE49-F238E27FC236}">
                <a16:creationId xmlns:a16="http://schemas.microsoft.com/office/drawing/2014/main" id="{4E00ABF6-2C61-4C20-9269-A8B1CA5C89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F28089A1-2BF0-4159-85A5-5072CB4D24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9325" y="1620838"/>
            <a:ext cx="6516688" cy="3159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4A4244-8E5C-4967-AF7D-895F16139585}"/>
              </a:ext>
            </a:extLst>
          </p:cNvPr>
          <p:cNvSpPr/>
          <p:nvPr userDrawn="1"/>
        </p:nvSpPr>
        <p:spPr>
          <a:xfrm>
            <a:off x="7466013" y="1620838"/>
            <a:ext cx="3634109" cy="3159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2016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>
            <a:extLst>
              <a:ext uri="{FF2B5EF4-FFF2-40B4-BE49-F238E27FC236}">
                <a16:creationId xmlns:a16="http://schemas.microsoft.com/office/drawing/2014/main" id="{B9874E30-2014-442E-9CE5-402CD06FC7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9584" y="616603"/>
            <a:ext cx="4294188" cy="27426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8">
            <a:extLst>
              <a:ext uri="{FF2B5EF4-FFF2-40B4-BE49-F238E27FC236}">
                <a16:creationId xmlns:a16="http://schemas.microsoft.com/office/drawing/2014/main" id="{54B9BCF1-D771-4504-BBF4-864805FF95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262" y="616603"/>
            <a:ext cx="2975418" cy="27426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8">
            <a:extLst>
              <a:ext uri="{FF2B5EF4-FFF2-40B4-BE49-F238E27FC236}">
                <a16:creationId xmlns:a16="http://schemas.microsoft.com/office/drawing/2014/main" id="{5527FB41-16E3-4B7D-942B-646266E12A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34262" y="3498700"/>
            <a:ext cx="2975418" cy="274269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8">
            <a:extLst>
              <a:ext uri="{FF2B5EF4-FFF2-40B4-BE49-F238E27FC236}">
                <a16:creationId xmlns:a16="http://schemas.microsoft.com/office/drawing/2014/main" id="{1A093CDE-2A76-4B8E-AFAE-F3BCC3091A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60170" y="616602"/>
            <a:ext cx="3333490" cy="562479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5799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8">
            <a:extLst>
              <a:ext uri="{FF2B5EF4-FFF2-40B4-BE49-F238E27FC236}">
                <a16:creationId xmlns:a16="http://schemas.microsoft.com/office/drawing/2014/main" id="{54B9BCF1-D771-4504-BBF4-864805FF95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49067" y="616603"/>
            <a:ext cx="2975418" cy="263902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8">
            <a:extLst>
              <a:ext uri="{FF2B5EF4-FFF2-40B4-BE49-F238E27FC236}">
                <a16:creationId xmlns:a16="http://schemas.microsoft.com/office/drawing/2014/main" id="{5527FB41-16E3-4B7D-942B-646266E12A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49067" y="3599727"/>
            <a:ext cx="2975418" cy="264167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8">
            <a:extLst>
              <a:ext uri="{FF2B5EF4-FFF2-40B4-BE49-F238E27FC236}">
                <a16:creationId xmlns:a16="http://schemas.microsoft.com/office/drawing/2014/main" id="{1A093CDE-2A76-4B8E-AFAE-F3BCC3091A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60170" y="616602"/>
            <a:ext cx="3333490" cy="56247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8">
            <a:extLst>
              <a:ext uri="{FF2B5EF4-FFF2-40B4-BE49-F238E27FC236}">
                <a16:creationId xmlns:a16="http://schemas.microsoft.com/office/drawing/2014/main" id="{5192C662-B31B-432D-AB57-11A5DBAFDA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37964" y="619246"/>
            <a:ext cx="2975418" cy="263902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8">
            <a:extLst>
              <a:ext uri="{FF2B5EF4-FFF2-40B4-BE49-F238E27FC236}">
                <a16:creationId xmlns:a16="http://schemas.microsoft.com/office/drawing/2014/main" id="{7F7F9563-055B-4D1A-AD92-4D51678690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37964" y="3599727"/>
            <a:ext cx="2975418" cy="264431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5648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8">
            <a:extLst>
              <a:ext uri="{FF2B5EF4-FFF2-40B4-BE49-F238E27FC236}">
                <a16:creationId xmlns:a16="http://schemas.microsoft.com/office/drawing/2014/main" id="{54B9BCF1-D771-4504-BBF4-864805FF95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49067" y="616603"/>
            <a:ext cx="2975418" cy="195033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8">
            <a:extLst>
              <a:ext uri="{FF2B5EF4-FFF2-40B4-BE49-F238E27FC236}">
                <a16:creationId xmlns:a16="http://schemas.microsoft.com/office/drawing/2014/main" id="{5527FB41-16E3-4B7D-942B-646266E12A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49067" y="4291061"/>
            <a:ext cx="2975418" cy="195033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8">
            <a:extLst>
              <a:ext uri="{FF2B5EF4-FFF2-40B4-BE49-F238E27FC236}">
                <a16:creationId xmlns:a16="http://schemas.microsoft.com/office/drawing/2014/main" id="{1A093CDE-2A76-4B8E-AFAE-F3BCC3091A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60170" y="616602"/>
            <a:ext cx="3333490" cy="562479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8">
            <a:extLst>
              <a:ext uri="{FF2B5EF4-FFF2-40B4-BE49-F238E27FC236}">
                <a16:creationId xmlns:a16="http://schemas.microsoft.com/office/drawing/2014/main" id="{5192C662-B31B-432D-AB57-11A5DBAFDA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37964" y="619247"/>
            <a:ext cx="2975418" cy="195033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8">
            <a:extLst>
              <a:ext uri="{FF2B5EF4-FFF2-40B4-BE49-F238E27FC236}">
                <a16:creationId xmlns:a16="http://schemas.microsoft.com/office/drawing/2014/main" id="{7F7F9563-055B-4D1A-AD92-4D51678690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37964" y="2789499"/>
            <a:ext cx="2975418" cy="3454541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9303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8">
            <a:extLst>
              <a:ext uri="{FF2B5EF4-FFF2-40B4-BE49-F238E27FC236}">
                <a16:creationId xmlns:a16="http://schemas.microsoft.com/office/drawing/2014/main" id="{54B9BCF1-D771-4504-BBF4-864805FF95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89630" y="1388962"/>
            <a:ext cx="3368250" cy="430578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8">
            <a:extLst>
              <a:ext uri="{FF2B5EF4-FFF2-40B4-BE49-F238E27FC236}">
                <a16:creationId xmlns:a16="http://schemas.microsoft.com/office/drawing/2014/main" id="{1A093CDE-2A76-4B8E-AFAE-F3BCC3091A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49924" y="706056"/>
            <a:ext cx="4143736" cy="5535341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3967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6">
            <a:extLst>
              <a:ext uri="{FF2B5EF4-FFF2-40B4-BE49-F238E27FC236}">
                <a16:creationId xmlns:a16="http://schemas.microsoft.com/office/drawing/2014/main" id="{11D99511-1E3D-4393-9661-63EFF07B29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9083" y="4292549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6">
            <a:extLst>
              <a:ext uri="{FF2B5EF4-FFF2-40B4-BE49-F238E27FC236}">
                <a16:creationId xmlns:a16="http://schemas.microsoft.com/office/drawing/2014/main" id="{1D82248D-29F8-48C2-9ADC-E7F9BCEF31D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75571" y="4292549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6">
            <a:extLst>
              <a:ext uri="{FF2B5EF4-FFF2-40B4-BE49-F238E27FC236}">
                <a16:creationId xmlns:a16="http://schemas.microsoft.com/office/drawing/2014/main" id="{2D81AC08-6C71-4913-8DA5-21B51EF34D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2059" y="4292548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6">
            <a:extLst>
              <a:ext uri="{FF2B5EF4-FFF2-40B4-BE49-F238E27FC236}">
                <a16:creationId xmlns:a16="http://schemas.microsoft.com/office/drawing/2014/main" id="{1CBB1E72-9809-4CDA-814A-E209A6943B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83" y="1944970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6">
            <a:extLst>
              <a:ext uri="{FF2B5EF4-FFF2-40B4-BE49-F238E27FC236}">
                <a16:creationId xmlns:a16="http://schemas.microsoft.com/office/drawing/2014/main" id="{EB9EA450-6615-4440-A205-CEDC7754F2E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75571" y="1944970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6">
            <a:extLst>
              <a:ext uri="{FF2B5EF4-FFF2-40B4-BE49-F238E27FC236}">
                <a16:creationId xmlns:a16="http://schemas.microsoft.com/office/drawing/2014/main" id="{CA86271C-8FE0-486C-9C11-0532562F2BA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22059" y="1944969"/>
            <a:ext cx="3414873" cy="2166937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15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D1FAB-B226-4561-BB40-89468751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FEEBC1-5908-46CD-8BE4-D21430F30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A38BA2-129C-4C83-91E4-70AE5F4B0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7F831B-A5D5-4402-B859-E8CC69FFA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31C191-134A-47F1-A55C-C841FFD6C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D292E3-562D-4157-963D-FA5B17C5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3350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76ED4-9A28-4464-992D-FC79EF3E4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F03FEC-A4CC-4EAF-8556-78DF6C6E3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9E19BE-2FE5-436F-9DEC-0CF409025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6F6EAA-3DF6-4EA4-9068-AEE5F78E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6C1105-777B-4977-97DA-DF5E17BD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560B3E-6416-47DC-A8AE-3951B072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28876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F3415-0A6E-4DE3-88B2-28E30208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31FD0E-70F4-4FE8-BC80-B6DA28E8B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527977-21C6-4B35-81A1-E9ACD684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0C14C7-634C-47F0-B111-6D43CB09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7A43F5-75A1-4409-ADD1-D790DF59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9347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EA7536-D96F-400A-84FA-EE0431868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80802C-D1E2-4C80-BE8C-D027A1D80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BE6F8-219E-413C-B399-2A6399D6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2CC75-8280-4D50-8556-C2874ADEF9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9AEE5-26EE-4C85-8E5E-E8601177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C8C42C-BCED-4376-A8E1-FBA47CCF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C8E0B0-E21F-4372-8D0F-E401BD7F0C7D}"/>
              </a:ext>
            </a:extLst>
          </p:cNvPr>
          <p:cNvSpPr txBox="1"/>
          <p:nvPr userDrawn="1"/>
        </p:nvSpPr>
        <p:spPr>
          <a:xfrm>
            <a:off x="4218317" y="2286000"/>
            <a:ext cx="3027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www.tukuppt.com </a:t>
            </a:r>
            <a:r>
              <a:rPr lang="zh-CN" altLang="en-US" dirty="0">
                <a:solidFill>
                  <a:schemeClr val="bg1"/>
                </a:solidFill>
              </a:rPr>
              <a:t>熊猫办公 高效办公在熊猫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85526C-BB76-4590-B86E-39951DF37361}"/>
              </a:ext>
            </a:extLst>
          </p:cNvPr>
          <p:cNvSpPr txBox="1"/>
          <p:nvPr userDrawn="1"/>
        </p:nvSpPr>
        <p:spPr>
          <a:xfrm>
            <a:off x="4218316" y="3678129"/>
            <a:ext cx="5503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该作品版权为熊猫办公所有，请勿盗版，否则我们将按照</a:t>
            </a:r>
            <a:r>
              <a:rPr lang="en-US" altLang="zh-CN" dirty="0">
                <a:solidFill>
                  <a:schemeClr val="bg1"/>
                </a:solidFill>
                <a:effectLst/>
              </a:rPr>
              <a:t>《</a:t>
            </a:r>
            <a:r>
              <a:rPr lang="zh-CN" altLang="en-US" dirty="0">
                <a:solidFill>
                  <a:schemeClr val="bg1"/>
                </a:solidFill>
                <a:effectLst/>
              </a:rPr>
              <a:t>中华人民共和国著作权法</a:t>
            </a:r>
            <a:r>
              <a:rPr lang="en-US" altLang="zh-CN" dirty="0">
                <a:solidFill>
                  <a:schemeClr val="bg1"/>
                </a:solidFill>
                <a:effectLst/>
              </a:rPr>
              <a:t>》</a:t>
            </a:r>
            <a:r>
              <a:rPr lang="zh-CN" altLang="en-US" dirty="0">
                <a:solidFill>
                  <a:schemeClr val="bg1"/>
                </a:solidFill>
                <a:effectLst/>
              </a:rPr>
              <a:t>进行维权工作。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120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7C02DC03-BBD3-48F3-9CA3-FE25F7EB00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56115" y="827314"/>
            <a:ext cx="8599488" cy="3690938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9976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AA550F-E2CF-4C46-AF0F-2C63DB672B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92086" y="-182880"/>
            <a:ext cx="5621075" cy="545211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59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29047F-5DE1-40DA-AC24-00876ED9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D65A70-6F68-4B83-92A0-6D80F28C9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1EB68C-B904-4D82-949D-22E3B851D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2CC75-8280-4D50-8556-C2874ADEF92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6AE24F-59F4-4360-AE82-7A8125C36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A32B3F-6528-4220-A583-FE0D75546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0E77-D57C-49F8-ADC2-FB99C50EBC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31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94" r:id="rId7"/>
    <p:sldLayoutId id="2147483655" r:id="rId8"/>
    <p:sldLayoutId id="2147483697" r:id="rId9"/>
    <p:sldLayoutId id="2147483693" r:id="rId10"/>
    <p:sldLayoutId id="2147483695" r:id="rId11"/>
    <p:sldLayoutId id="2147483660" r:id="rId12"/>
    <p:sldLayoutId id="2147483661" r:id="rId13"/>
    <p:sldLayoutId id="2147483696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85" r:id="rId45"/>
    <p:sldLayoutId id="2147483656" r:id="rId46"/>
    <p:sldLayoutId id="2147483657" r:id="rId47"/>
    <p:sldLayoutId id="2147483658" r:id="rId48"/>
    <p:sldLayoutId id="2147483659" r:id="rId49"/>
    <p:sldLayoutId id="2147483698" r:id="rId50"/>
    <p:sldLayoutId id="2147483699" r:id="rId5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0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0.xml"/><Relationship Id="rId1" Type="http://schemas.openxmlformats.org/officeDocument/2006/relationships/tags" Target="../tags/tag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-numbers.com/movie/budgets/all" TargetMode="External"/><Relationship Id="rId2" Type="http://schemas.openxmlformats.org/officeDocument/2006/relationships/hyperlink" Target="https://www.boxofficemojo.com/year/world/2025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kaggle.com/" TargetMode="External"/><Relationship Id="rId4" Type="http://schemas.openxmlformats.org/officeDocument/2006/relationships/hyperlink" Target="https://www.imdb.com/it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5AC2553A-197B-4A54-B330-D6C57CD2E53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241987" y="1496617"/>
            <a:ext cx="508800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it-IT" altLang="zh-CN" sz="3200" b="1" spc="600" dirty="0">
                <a:latin typeface="Britannic Bold" panose="020B0903060703020204" pitchFamily="34" charset="0"/>
                <a:ea typeface="思源黑体 CN Bold" panose="020B0800000000000000" pitchFamily="34" charset="-122"/>
              </a:rPr>
              <a:t>Visualizzazione Scientifica dei dati dei Top 10 incassi cinematografici del 2025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AEF5AA0-F3C8-4D90-A158-FF2FE7007064}"/>
              </a:ext>
            </a:extLst>
          </p:cNvPr>
          <p:cNvSpPr/>
          <p:nvPr/>
        </p:nvSpPr>
        <p:spPr>
          <a:xfrm>
            <a:off x="487043" y="402694"/>
            <a:ext cx="11217914" cy="6052612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D09AC9-399D-4E0F-96C5-5DC9860AF03F}"/>
              </a:ext>
            </a:extLst>
          </p:cNvPr>
          <p:cNvSpPr/>
          <p:nvPr/>
        </p:nvSpPr>
        <p:spPr>
          <a:xfrm>
            <a:off x="6591134" y="945127"/>
            <a:ext cx="1746727" cy="15777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3097323-EFE0-4119-958D-0850B865C9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784" r="38372" b="9215"/>
          <a:stretch/>
        </p:blipFill>
        <p:spPr>
          <a:xfrm>
            <a:off x="1069656" y="878828"/>
            <a:ext cx="3610470" cy="510034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17C2E8D-6BE5-DD44-CA0C-55896459B302}"/>
              </a:ext>
            </a:extLst>
          </p:cNvPr>
          <p:cNvSpPr/>
          <p:nvPr/>
        </p:nvSpPr>
        <p:spPr>
          <a:xfrm>
            <a:off x="9583903" y="6034522"/>
            <a:ext cx="1746727" cy="15777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2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8025864-744A-86A7-FA5F-F3976E03E86E}"/>
              </a:ext>
            </a:extLst>
          </p:cNvPr>
          <p:cNvSpPr txBox="1"/>
          <p:nvPr/>
        </p:nvSpPr>
        <p:spPr>
          <a:xfrm>
            <a:off x="8464874" y="4809750"/>
            <a:ext cx="28651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zh-CN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  <a:p>
            <a:pPr algn="r"/>
            <a:r>
              <a:rPr lang="en-US" altLang="zh-CN" sz="1600" i="1" dirty="0">
                <a:latin typeface="Aa锐智体" panose="00020600040101010101" pitchFamily="18" charset="-122"/>
                <a:ea typeface="Aa锐智体" panose="00020600040101010101" pitchFamily="18" charset="-122"/>
              </a:rPr>
              <a:t>Giovanna Zhu 32215A</a:t>
            </a:r>
          </a:p>
          <a:p>
            <a:pPr algn="r"/>
            <a:r>
              <a:rPr lang="en-US" altLang="zh-CN" sz="1600" i="1" dirty="0">
                <a:latin typeface="Aa锐智体" panose="00020600040101010101" pitchFamily="18" charset="-122"/>
                <a:ea typeface="Aa锐智体" panose="00020600040101010101" pitchFamily="18" charset="-122"/>
              </a:rPr>
              <a:t>Huiyin Cheng 43221A</a:t>
            </a:r>
          </a:p>
          <a:p>
            <a:pPr algn="r"/>
            <a:r>
              <a:rPr lang="en-US" altLang="zh-CN" sz="1600" i="1" dirty="0">
                <a:latin typeface="Aa锐智体" panose="00020600040101010101" pitchFamily="18" charset="-122"/>
                <a:ea typeface="Aa锐智体" panose="00020600040101010101" pitchFamily="18" charset="-122"/>
              </a:rPr>
              <a:t>Maria Jiali Shi 29003A</a:t>
            </a:r>
            <a:endParaRPr lang="zh-CN" altLang="en-US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  <a:p>
            <a:pPr algn="r"/>
            <a:endParaRPr lang="zh-CN" altLang="en-US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  <a:p>
            <a:pPr algn="r"/>
            <a:endParaRPr lang="en-US" altLang="zh-CN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  <a:p>
            <a:pPr algn="r"/>
            <a:endParaRPr lang="zh-CN" altLang="en-US" sz="1600" i="1" dirty="0">
              <a:latin typeface="Aa锐智体" panose="00020600040101010101" pitchFamily="18" charset="-122"/>
              <a:ea typeface="Aa锐智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3110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9FFC233-566A-42FF-904F-EF3492DBC3BB}"/>
              </a:ext>
            </a:extLst>
          </p:cNvPr>
          <p:cNvSpPr/>
          <p:nvPr/>
        </p:nvSpPr>
        <p:spPr>
          <a:xfrm>
            <a:off x="3907952" y="0"/>
            <a:ext cx="278735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"/>
              <a:sym typeface="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F5D959-365E-41D9-98EE-59C06E7F71B0}"/>
              </a:ext>
            </a:extLst>
          </p:cNvPr>
          <p:cNvSpPr txBox="1"/>
          <p:nvPr/>
        </p:nvSpPr>
        <p:spPr>
          <a:xfrm>
            <a:off x="5817618" y="1012954"/>
            <a:ext cx="49803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2800" b="1" dirty="0"/>
              <a:t>Il cinema non è solo intrattenimento, ma anche espressione di cultura, epoca ed emozioni del pubblico. Questa presentazione prende come riferimento </a:t>
            </a:r>
            <a:r>
              <a:rPr lang="it-IT" altLang="zh-CN" sz="2800" b="1" dirty="0">
                <a:solidFill>
                  <a:srgbClr val="633308"/>
                </a:solidFill>
              </a:rPr>
              <a:t>i dieci film con il maggiore incasso globale nel 2025</a:t>
            </a:r>
            <a:r>
              <a:rPr lang="it-IT" altLang="zh-CN" sz="2800" b="1" dirty="0"/>
              <a:t>, per mostrare caratteristiche e tendenze del cinema contemporaneo.</a:t>
            </a:r>
            <a:endParaRPr lang="zh-CN" altLang="en-US" sz="2800" b="1" dirty="0">
              <a:latin typeface="思源黑体 CN Bold" panose="020B0800000000000000" pitchFamily="34" charset="-122"/>
              <a:ea typeface="思源黑体 CN Bold" panose="020B0800000000000000" pitchFamily="34" charset="-122"/>
              <a:sym typeface=""/>
            </a:endParaRPr>
          </a:p>
        </p:txBody>
      </p:sp>
      <p:pic>
        <p:nvPicPr>
          <p:cNvPr id="4" name="图片占位符 3">
            <a:extLst>
              <a:ext uri="{FF2B5EF4-FFF2-40B4-BE49-F238E27FC236}">
                <a16:creationId xmlns:a16="http://schemas.microsoft.com/office/drawing/2014/main" id="{7CEC1CB1-1BC9-4C95-8FC0-65FFC901227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4" r="37934"/>
          <a:stretch/>
        </p:blipFill>
        <p:spPr>
          <a:xfrm>
            <a:off x="0" y="0"/>
            <a:ext cx="3963780" cy="6858000"/>
          </a:xfrm>
        </p:spPr>
      </p:pic>
    </p:spTree>
    <p:extLst>
      <p:ext uri="{BB962C8B-B14F-4D97-AF65-F5344CB8AC3E}">
        <p14:creationId xmlns:p14="http://schemas.microsoft.com/office/powerpoint/2010/main" val="2275184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90452BD-EA26-40E4-937E-C323DE8B58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612" t="15625" r="16209"/>
          <a:stretch/>
        </p:blipFill>
        <p:spPr>
          <a:xfrm>
            <a:off x="448329" y="358140"/>
            <a:ext cx="5806345" cy="614172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6A5954D-0BB2-4B24-BFAC-A81C6F0F9F1D}"/>
              </a:ext>
            </a:extLst>
          </p:cNvPr>
          <p:cNvSpPr/>
          <p:nvPr/>
        </p:nvSpPr>
        <p:spPr>
          <a:xfrm>
            <a:off x="8386515" y="845085"/>
            <a:ext cx="1773242" cy="5063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CBA216-8224-4759-ACF0-48049732D6E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762345" y="1180887"/>
            <a:ext cx="50215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Top 10 Film per Incasso Globale nel 2025</a:t>
            </a:r>
            <a:endParaRPr lang="zh-CN" altLang="en-US" sz="28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6FBF087-66F2-2C5F-2F2C-68F8BDD27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316029"/>
              </p:ext>
            </p:extLst>
          </p:nvPr>
        </p:nvGraphicFramePr>
        <p:xfrm>
          <a:off x="7994617" y="2929172"/>
          <a:ext cx="4589036" cy="3224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0812">
                  <a:extLst>
                    <a:ext uri="{9D8B030D-6E8A-4147-A177-3AD203B41FA5}">
                      <a16:colId xmlns:a16="http://schemas.microsoft.com/office/drawing/2014/main" val="214941935"/>
                    </a:ext>
                  </a:extLst>
                </a:gridCol>
                <a:gridCol w="3548224">
                  <a:extLst>
                    <a:ext uri="{9D8B030D-6E8A-4147-A177-3AD203B41FA5}">
                      <a16:colId xmlns:a16="http://schemas.microsoft.com/office/drawing/2014/main" val="2941960023"/>
                    </a:ext>
                  </a:extLst>
                </a:gridCol>
              </a:tblGrid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solidFill>
                            <a:srgbClr val="633308"/>
                          </a:solidFill>
                          <a:effectLst/>
                        </a:rPr>
                        <a:t>1</a:t>
                      </a:r>
                      <a:endParaRPr lang="en-US" altLang="zh-CN" sz="1100" b="1" i="0" u="none" strike="noStrike" dirty="0">
                        <a:solidFill>
                          <a:srgbClr val="633308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Ne Zha 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327316"/>
                  </a:ext>
                </a:extLst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solidFill>
                            <a:srgbClr val="633308"/>
                          </a:solidFill>
                          <a:effectLst/>
                        </a:rPr>
                        <a:t>2</a:t>
                      </a:r>
                      <a:endParaRPr lang="en-US" altLang="zh-CN" sz="1100" b="1" i="0" u="none" strike="noStrike" dirty="0">
                        <a:solidFill>
                          <a:srgbClr val="633308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Zootopia 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486047"/>
                  </a:ext>
                </a:extLst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solidFill>
                            <a:srgbClr val="633308"/>
                          </a:solidFill>
                          <a:effectLst/>
                        </a:rPr>
                        <a:t>3</a:t>
                      </a:r>
                      <a:endParaRPr lang="en-US" altLang="zh-CN" sz="1100" b="1" i="0" u="none" strike="noStrike" dirty="0">
                        <a:solidFill>
                          <a:srgbClr val="633308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Avatar: Fire and Ash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111662"/>
                  </a:ext>
                </a:extLst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solidFill>
                            <a:srgbClr val="633308"/>
                          </a:solidFill>
                          <a:effectLst/>
                        </a:rPr>
                        <a:t>4</a:t>
                      </a:r>
                      <a:endParaRPr lang="en-US" altLang="zh-CN" sz="1100" b="1" i="0" u="none" strike="noStrike" dirty="0">
                        <a:solidFill>
                          <a:srgbClr val="633308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Lilo &amp; Stitch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220390"/>
                  </a:ext>
                </a:extLst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solidFill>
                            <a:srgbClr val="633308"/>
                          </a:solidFill>
                          <a:effectLst/>
                        </a:rPr>
                        <a:t>5</a:t>
                      </a:r>
                      <a:endParaRPr lang="en-US" altLang="zh-CN" sz="1100" b="1" i="0" u="none" strike="noStrike" dirty="0">
                        <a:solidFill>
                          <a:srgbClr val="633308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A Minecraft Movie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954357"/>
                  </a:ext>
                </a:extLst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solidFill>
                            <a:srgbClr val="633308"/>
                          </a:solidFill>
                          <a:effectLst/>
                        </a:rPr>
                        <a:t>6</a:t>
                      </a:r>
                      <a:endParaRPr lang="en-US" altLang="zh-CN" sz="1100" b="1" i="0" u="none" strike="noStrike" dirty="0">
                        <a:solidFill>
                          <a:srgbClr val="633308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Jurassic World: Rebirth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255219"/>
                  </a:ext>
                </a:extLst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solidFill>
                            <a:srgbClr val="633308"/>
                          </a:solidFill>
                          <a:effectLst/>
                        </a:rPr>
                        <a:t>7</a:t>
                      </a:r>
                      <a:endParaRPr lang="en-US" altLang="zh-CN" sz="1100" b="1" i="0" u="none" strike="noStrike" dirty="0">
                        <a:solidFill>
                          <a:srgbClr val="633308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Demon Slayer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593176"/>
                  </a:ext>
                </a:extLst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solidFill>
                            <a:srgbClr val="633308"/>
                          </a:solidFill>
                          <a:effectLst/>
                        </a:rPr>
                        <a:t>8</a:t>
                      </a:r>
                      <a:endParaRPr lang="en-US" altLang="zh-CN" sz="1100" b="1" i="0" u="none" strike="noStrike" dirty="0">
                        <a:solidFill>
                          <a:srgbClr val="633308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How to Train Your Dragon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49466"/>
                  </a:ext>
                </a:extLst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solidFill>
                            <a:srgbClr val="633308"/>
                          </a:solidFill>
                          <a:effectLst/>
                        </a:rPr>
                        <a:t>9</a:t>
                      </a:r>
                      <a:endParaRPr lang="en-US" altLang="zh-CN" sz="1100" b="1" i="0" u="none" strike="noStrike" dirty="0">
                        <a:solidFill>
                          <a:srgbClr val="633308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F1: The Movie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358345"/>
                  </a:ext>
                </a:extLst>
              </a:tr>
              <a:tr h="322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solidFill>
                            <a:srgbClr val="633308"/>
                          </a:solidFill>
                          <a:effectLst/>
                        </a:rPr>
                        <a:t>10</a:t>
                      </a:r>
                      <a:endParaRPr lang="en-US" altLang="zh-CN" sz="1100" b="1" i="0" u="none" strike="noStrike" dirty="0">
                        <a:solidFill>
                          <a:srgbClr val="633308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Superman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450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618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E33EE8EC-D15C-4FEB-976C-971122E86509}"/>
              </a:ext>
            </a:extLst>
          </p:cNvPr>
          <p:cNvSpPr txBox="1"/>
          <p:nvPr/>
        </p:nvSpPr>
        <p:spPr>
          <a:xfrm>
            <a:off x="1619475" y="296013"/>
            <a:ext cx="762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Generi </a:t>
            </a:r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Cinematografici</a:t>
            </a:r>
            <a:endParaRPr lang="zh-CN" altLang="en-US" sz="28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3C1556-EBBD-4615-8F60-68F24ECBE4C3}"/>
              </a:ext>
            </a:extLst>
          </p:cNvPr>
          <p:cNvSpPr/>
          <p:nvPr/>
        </p:nvSpPr>
        <p:spPr>
          <a:xfrm>
            <a:off x="878577" y="-856085"/>
            <a:ext cx="411381" cy="18593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633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762F4F-2495-A92E-7351-9E17FC4D7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1115012"/>
            <a:ext cx="9616440" cy="509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0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B7DAC0F-0E3B-CCE1-B00A-D8E0A5CDBCA1}"/>
              </a:ext>
            </a:extLst>
          </p:cNvPr>
          <p:cNvSpPr txBox="1"/>
          <p:nvPr/>
        </p:nvSpPr>
        <p:spPr>
          <a:xfrm>
            <a:off x="1520916" y="237956"/>
            <a:ext cx="11653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In </a:t>
            </a:r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cassi</a:t>
            </a:r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 di </a:t>
            </a:r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Apertuna</a:t>
            </a:r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 </a:t>
            </a:r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dei</a:t>
            </a:r>
            <a:r>
              <a:rPr lang="en-US" altLang="zh-CN" sz="28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 Film per </a:t>
            </a:r>
            <a:r>
              <a:rPr lang="en-US" altLang="zh-CN" sz="28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Nazione</a:t>
            </a:r>
            <a:endParaRPr lang="zh-CN" altLang="en-US" sz="28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599A0D-2670-231B-88B0-D2B617DF5DE3}"/>
              </a:ext>
            </a:extLst>
          </p:cNvPr>
          <p:cNvSpPr/>
          <p:nvPr/>
        </p:nvSpPr>
        <p:spPr>
          <a:xfrm>
            <a:off x="878577" y="-856085"/>
            <a:ext cx="411381" cy="18593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633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8006CE8-FBB2-797D-838A-63929F1EB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18" y="1045718"/>
            <a:ext cx="10084042" cy="529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9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B1A90-BBEB-E126-50AA-95AC6E41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78C47B6-38E6-0D8F-CED1-BCDB65EBB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31" y="516129"/>
            <a:ext cx="9865989" cy="58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56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E9276D7-2E8E-4FEA-E847-4674560B83F0}"/>
              </a:ext>
            </a:extLst>
          </p:cNvPr>
          <p:cNvSpPr txBox="1"/>
          <p:nvPr/>
        </p:nvSpPr>
        <p:spPr>
          <a:xfrm>
            <a:off x="1685102" y="320697"/>
            <a:ext cx="11262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20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"/>
              </a:rPr>
              <a:t>Incassi cinematografici nei diversi mercati internazionali</a:t>
            </a:r>
            <a:endParaRPr lang="zh-CN" altLang="en-US" sz="20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E25149-2165-8B5F-FD2C-7FF77875969B}"/>
              </a:ext>
            </a:extLst>
          </p:cNvPr>
          <p:cNvSpPr/>
          <p:nvPr/>
        </p:nvSpPr>
        <p:spPr>
          <a:xfrm>
            <a:off x="878577" y="-856085"/>
            <a:ext cx="411381" cy="18593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633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A03FDB-B7C4-86F6-FA90-736606CCC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1284744"/>
            <a:ext cx="10464800" cy="503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6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BE6EA7D-12E3-19FF-A2DD-35FAEFDB7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92" y="411226"/>
            <a:ext cx="11661015" cy="603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97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47DB3CF-3715-4CAA-A644-A269D5473E78}"/>
              </a:ext>
            </a:extLst>
          </p:cNvPr>
          <p:cNvSpPr/>
          <p:nvPr/>
        </p:nvSpPr>
        <p:spPr>
          <a:xfrm>
            <a:off x="1653395" y="288369"/>
            <a:ext cx="1175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Analisi</a:t>
            </a:r>
            <a:r>
              <a:rPr lang="en-US" altLang="zh-CN" sz="24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24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causalità</a:t>
            </a:r>
            <a:r>
              <a:rPr lang="en-US" altLang="zh-CN" sz="24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rank-</a:t>
            </a:r>
            <a:r>
              <a:rPr lang="en-US" altLang="zh-CN" sz="24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biglietti</a:t>
            </a:r>
            <a:r>
              <a:rPr lang="en-US" altLang="zh-CN" sz="24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24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stimati</a:t>
            </a:r>
            <a:endParaRPr lang="zh-CN" altLang="en-US" sz="24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325B40-3588-A263-2125-ACD999AABE63}"/>
              </a:ext>
            </a:extLst>
          </p:cNvPr>
          <p:cNvSpPr/>
          <p:nvPr/>
        </p:nvSpPr>
        <p:spPr>
          <a:xfrm>
            <a:off x="878577" y="-856085"/>
            <a:ext cx="411381" cy="18593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633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DA84DD-9923-3DD3-F95D-A7733B984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905" y="874611"/>
            <a:ext cx="9690295" cy="569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1E446FA2-1426-484E-90FC-A0A5A3D1E308}"/>
              </a:ext>
            </a:extLst>
          </p:cNvPr>
          <p:cNvSpPr/>
          <p:nvPr/>
        </p:nvSpPr>
        <p:spPr>
          <a:xfrm>
            <a:off x="-1125251" y="-4626330"/>
            <a:ext cx="486030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E2C62F8-A7B3-4B20-94BA-AE62015029AC}"/>
              </a:ext>
            </a:extLst>
          </p:cNvPr>
          <p:cNvSpPr/>
          <p:nvPr/>
        </p:nvSpPr>
        <p:spPr>
          <a:xfrm>
            <a:off x="-1125251" y="-3254730"/>
            <a:ext cx="410690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C117883-261E-4B25-B0BF-6A3A488AEEB4}"/>
              </a:ext>
            </a:extLst>
          </p:cNvPr>
          <p:cNvSpPr/>
          <p:nvPr/>
        </p:nvSpPr>
        <p:spPr>
          <a:xfrm>
            <a:off x="-27813000" y="-24612600"/>
            <a:ext cx="2133600" cy="1295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EE007E-4343-48B3-A10D-2068688F0836}"/>
              </a:ext>
            </a:extLst>
          </p:cNvPr>
          <p:cNvSpPr/>
          <p:nvPr/>
        </p:nvSpPr>
        <p:spPr>
          <a:xfrm>
            <a:off x="36804600" y="-23964900"/>
            <a:ext cx="2133600" cy="1295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DC0300C-8FB0-4C66-B23F-562FECC8FCD9}"/>
              </a:ext>
            </a:extLst>
          </p:cNvPr>
          <p:cNvSpPr/>
          <p:nvPr/>
        </p:nvSpPr>
        <p:spPr>
          <a:xfrm>
            <a:off x="-26746200" y="30746700"/>
            <a:ext cx="2133600" cy="1295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1156FEF-2C68-4B22-B9F2-4812C5275A5D}"/>
              </a:ext>
            </a:extLst>
          </p:cNvPr>
          <p:cNvSpPr/>
          <p:nvPr/>
        </p:nvSpPr>
        <p:spPr>
          <a:xfrm>
            <a:off x="39014400" y="31051500"/>
            <a:ext cx="2133600" cy="1295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2E7358-54A7-052E-C9A8-B6DBDFB37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82" y="410527"/>
            <a:ext cx="6535480" cy="603694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BEE01AA-5844-08A3-074F-7A17C1BDA399}"/>
              </a:ext>
            </a:extLst>
          </p:cNvPr>
          <p:cNvSpPr txBox="1"/>
          <p:nvPr/>
        </p:nvSpPr>
        <p:spPr>
          <a:xfrm>
            <a:off x="7531100" y="2283936"/>
            <a:ext cx="40931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zh-CN" sz="2400" dirty="0">
                <a:solidFill>
                  <a:srgbClr val="533113"/>
                </a:solidFill>
              </a:rPr>
              <a:t>Ogni paese contribuisce in modo diverso al totale dei biglietti venduti, indipendentemente dal prezzo medio del biglietto.</a:t>
            </a:r>
            <a:endParaRPr lang="zh-CN" altLang="en-US" sz="2400" dirty="0">
              <a:solidFill>
                <a:srgbClr val="5331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632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510C5FD-9196-407F-164D-1932B389BE32}"/>
              </a:ext>
            </a:extLst>
          </p:cNvPr>
          <p:cNvSpPr/>
          <p:nvPr/>
        </p:nvSpPr>
        <p:spPr>
          <a:xfrm>
            <a:off x="1733223" y="303250"/>
            <a:ext cx="1175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Confronto</a:t>
            </a:r>
            <a:r>
              <a:rPr lang="en-US" altLang="zh-CN" sz="24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budget vs </a:t>
            </a:r>
            <a:r>
              <a:rPr lang="en-US" altLang="zh-CN" sz="24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Incassi</a:t>
            </a:r>
            <a:endParaRPr lang="zh-CN" altLang="en-US" sz="24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9B8BFB-30DD-2007-1E88-6EA15A70ECE6}"/>
              </a:ext>
            </a:extLst>
          </p:cNvPr>
          <p:cNvSpPr/>
          <p:nvPr/>
        </p:nvSpPr>
        <p:spPr>
          <a:xfrm>
            <a:off x="878577" y="-856085"/>
            <a:ext cx="411381" cy="18593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633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CA9281F-3601-3CFE-7992-1D5331D6C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03" y="1228257"/>
            <a:ext cx="10696817" cy="519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57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表, 散点图&#10;&#10;AI 生成的内容可能不正确。">
            <a:extLst>
              <a:ext uri="{FF2B5EF4-FFF2-40B4-BE49-F238E27FC236}">
                <a16:creationId xmlns:a16="http://schemas.microsoft.com/office/drawing/2014/main" id="{5730A375-9FCA-B0A9-8DBC-E6ED0155A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99"/>
          <a:stretch>
            <a:fillRect/>
          </a:stretch>
        </p:blipFill>
        <p:spPr>
          <a:xfrm>
            <a:off x="2078844" y="834764"/>
            <a:ext cx="8709806" cy="530362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3323E77-C6F3-11A3-BDEB-2E40DEE9748B}"/>
              </a:ext>
            </a:extLst>
          </p:cNvPr>
          <p:cNvSpPr/>
          <p:nvPr/>
        </p:nvSpPr>
        <p:spPr>
          <a:xfrm>
            <a:off x="878577" y="-856085"/>
            <a:ext cx="411381" cy="185933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rgbClr val="633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BA19F4-A1DC-C82B-E9F6-9DCF5082799D}"/>
              </a:ext>
            </a:extLst>
          </p:cNvPr>
          <p:cNvSpPr/>
          <p:nvPr/>
        </p:nvSpPr>
        <p:spPr>
          <a:xfrm>
            <a:off x="1805794" y="213248"/>
            <a:ext cx="1175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Analisi</a:t>
            </a:r>
            <a:r>
              <a:rPr lang="en-US" altLang="zh-CN" sz="24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r>
              <a:rPr lang="en-US" altLang="zh-CN" sz="2400" spc="300" dirty="0" err="1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multivariata</a:t>
            </a:r>
            <a:r>
              <a:rPr lang="zh-CN" altLang="en-US" sz="24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：</a:t>
            </a:r>
            <a:r>
              <a:rPr lang="en-US" altLang="zh-CN" sz="2400" spc="300" dirty="0">
                <a:solidFill>
                  <a:schemeClr val="accent6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ROI vs Budget</a:t>
            </a:r>
            <a:endParaRPr lang="zh-CN" altLang="en-US" sz="2400" spc="3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233E12-962E-15BA-739F-25D422430FE2}"/>
              </a:ext>
            </a:extLst>
          </p:cNvPr>
          <p:cNvSpPr txBox="1"/>
          <p:nvPr/>
        </p:nvSpPr>
        <p:spPr>
          <a:xfrm>
            <a:off x="831850" y="6138386"/>
            <a:ext cx="11360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zh-CN" sz="2400" dirty="0">
                <a:solidFill>
                  <a:srgbClr val="533113"/>
                </a:solidFill>
              </a:rPr>
              <a:t>Un budget elevato non garantisce matematicamente un ROI proporzionale.</a:t>
            </a:r>
            <a:endParaRPr lang="zh-CN" altLang="en-US" sz="2400" dirty="0">
              <a:solidFill>
                <a:srgbClr val="5331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162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B4375A-E066-40A2-AC69-FAC9FA931E5C}"/>
              </a:ext>
            </a:extLst>
          </p:cNvPr>
          <p:cNvSpPr/>
          <p:nvPr/>
        </p:nvSpPr>
        <p:spPr>
          <a:xfrm>
            <a:off x="0" y="3071446"/>
            <a:ext cx="12192000" cy="378655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01453-73EA-48EF-854F-253F0A34A652}"/>
              </a:ext>
            </a:extLst>
          </p:cNvPr>
          <p:cNvSpPr/>
          <p:nvPr/>
        </p:nvSpPr>
        <p:spPr>
          <a:xfrm>
            <a:off x="2922117" y="660694"/>
            <a:ext cx="6161314" cy="5064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C5440C-B210-4019-A8FE-EE8B36577C70}"/>
              </a:ext>
            </a:extLst>
          </p:cNvPr>
          <p:cNvSpPr/>
          <p:nvPr/>
        </p:nvSpPr>
        <p:spPr>
          <a:xfrm>
            <a:off x="3143460" y="3236156"/>
            <a:ext cx="7141915" cy="235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微软雅黑" panose="020B0503020204020204" pitchFamily="34" charset="-122"/>
                <a:hlinkClick r:id="rId2"/>
              </a:rPr>
              <a:t>https://www.boxofficemojo.com/year/world/2025/</a:t>
            </a:r>
            <a:r>
              <a:rPr lang="en-US" altLang="zh-CN" sz="2000" dirty="0"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微软雅黑" panose="020B0503020204020204" pitchFamily="34" charset="-122"/>
                <a:hlinkClick r:id="rId3"/>
              </a:rPr>
              <a:t>https://www.the-numbers.com/movie/budgets/all</a:t>
            </a:r>
            <a:endParaRPr lang="en-US" altLang="zh-CN" sz="2000" dirty="0">
              <a:latin typeface="思源黑体 CN ExtraLight" panose="020B0200000000000000" pitchFamily="34" charset="-122"/>
              <a:ea typeface="思源黑体 CN ExtraLight" panose="020B0200000000000000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微软雅黑" panose="020B0503020204020204" pitchFamily="34" charset="-122"/>
                <a:hlinkClick r:id="rId4"/>
              </a:rPr>
              <a:t>https://www.imdb.com/it/</a:t>
            </a:r>
            <a:endParaRPr lang="en-US" altLang="zh-CN" sz="2000" dirty="0">
              <a:latin typeface="思源黑体 CN ExtraLight" panose="020B0200000000000000" pitchFamily="34" charset="-122"/>
              <a:ea typeface="思源黑体 CN ExtraLight" panose="020B0200000000000000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思源黑体 CN ExtraLight" panose="020B0200000000000000" pitchFamily="34" charset="-122"/>
                <a:ea typeface="思源黑体 CN ExtraLight" panose="020B0200000000000000" pitchFamily="34" charset="-122"/>
                <a:sym typeface="微软雅黑" panose="020B0503020204020204" pitchFamily="34" charset="-122"/>
                <a:hlinkClick r:id="rId5"/>
              </a:rPr>
              <a:t>https://www.kaggle.com/</a:t>
            </a:r>
            <a:endParaRPr lang="en-US" altLang="zh-CN" sz="2000" dirty="0">
              <a:latin typeface="思源黑体 CN ExtraLight" panose="020B0200000000000000" pitchFamily="34" charset="-122"/>
              <a:ea typeface="思源黑体 CN ExtraLight" panose="020B0200000000000000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思源黑体 CN ExtraLight" panose="020B0200000000000000" pitchFamily="34" charset="-122"/>
              <a:ea typeface="思源黑体 CN ExtraLight" panose="020B0200000000000000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32B005-D03D-44F0-B928-4CA87BBEA82B}"/>
              </a:ext>
            </a:extLst>
          </p:cNvPr>
          <p:cNvSpPr txBox="1"/>
          <p:nvPr/>
        </p:nvSpPr>
        <p:spPr>
          <a:xfrm>
            <a:off x="4075396" y="915867"/>
            <a:ext cx="4041207" cy="1187352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ctr" anchorCtr="1">
            <a:no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Eras Demi ITC" panose="020B0805030504020804" pitchFamily="34" charset="0"/>
                <a:ea typeface="思源黑体 CN Bold" panose="020B0800000000000000" pitchFamily="34" charset="-122"/>
              </a:rPr>
              <a:t>Sources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Eras Demi ITC" panose="020B0805030504020804" pitchFamily="34" charset="0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5397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25A22BF-9F00-9CEB-0FFF-718CEF28B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-2"/>
            <a:ext cx="10283952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2CC6F88-223E-480F-9E0B-614EC4DFF410}"/>
              </a:ext>
            </a:extLst>
          </p:cNvPr>
          <p:cNvSpPr/>
          <p:nvPr/>
        </p:nvSpPr>
        <p:spPr>
          <a:xfrm>
            <a:off x="0" y="-2"/>
            <a:ext cx="1905000" cy="685800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3600" dirty="0">
              <a:solidFill>
                <a:schemeClr val="accent6">
                  <a:lumMod val="50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C203B5-D61A-422B-8184-8E4E87D8A1CB}"/>
              </a:ext>
            </a:extLst>
          </p:cNvPr>
          <p:cNvSpPr/>
          <p:nvPr/>
        </p:nvSpPr>
        <p:spPr>
          <a:xfrm>
            <a:off x="576943" y="2039257"/>
            <a:ext cx="5227320" cy="2598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1E953C-D901-4318-91BA-00AF15C0E120}"/>
              </a:ext>
            </a:extLst>
          </p:cNvPr>
          <p:cNvSpPr txBox="1"/>
          <p:nvPr/>
        </p:nvSpPr>
        <p:spPr>
          <a:xfrm>
            <a:off x="1030150" y="2453382"/>
            <a:ext cx="44058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Britannic Bold" panose="020B0903060703020204" pitchFamily="34" charset="0"/>
                <a:ea typeface="思源黑体 CN Bold" panose="020B0800000000000000" pitchFamily="34" charset="-122"/>
                <a:sym typeface=""/>
              </a:rPr>
              <a:t>Grazie </a:t>
            </a:r>
          </a:p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Britannic Bold" panose="020B0903060703020204" pitchFamily="34" charset="0"/>
                <a:ea typeface="思源黑体 CN Bold" panose="020B0800000000000000" pitchFamily="34" charset="-122"/>
                <a:sym typeface=""/>
              </a:rPr>
              <a:t>per l</a:t>
            </a:r>
            <a:r>
              <a:rPr lang="it-IT" altLang="zh-CN" sz="4800" dirty="0">
                <a:solidFill>
                  <a:schemeClr val="accent6">
                    <a:lumMod val="50000"/>
                  </a:schemeClr>
                </a:solidFill>
                <a:latin typeface="Britannic Bold" panose="020B0903060703020204" pitchFamily="34" charset="0"/>
                <a:ea typeface="思源黑体 CN Bold" panose="020B0800000000000000" pitchFamily="34" charset="-122"/>
                <a:sym typeface=""/>
              </a:rPr>
              <a:t>’</a:t>
            </a:r>
            <a:r>
              <a:rPr lang="en-US" altLang="zh-CN" sz="4800" dirty="0" err="1">
                <a:solidFill>
                  <a:schemeClr val="accent6">
                    <a:lumMod val="50000"/>
                  </a:schemeClr>
                </a:solidFill>
                <a:latin typeface="Britannic Bold" panose="020B0903060703020204" pitchFamily="34" charset="0"/>
                <a:ea typeface="思源黑体 CN Bold" panose="020B0800000000000000" pitchFamily="34" charset="-122"/>
                <a:sym typeface=""/>
              </a:rPr>
              <a:t>attenzione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Britannic Bold" panose="020B0903060703020204" pitchFamily="34" charset="0"/>
              <a:ea typeface="思源黑体 CN Bold" panose="020B0800000000000000" pitchFamily="34" charset="-122"/>
              <a:sym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3841674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ASNOTE" val="true"/>
  <p:tag name="NOTESHAPEID" val="2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ASNOTE" val="true"/>
  <p:tag name="NOTESHAPEID" val="6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951011"/>
      </a:accent1>
      <a:accent2>
        <a:srgbClr val="3D1D0E"/>
      </a:accent2>
      <a:accent3>
        <a:srgbClr val="C58D09"/>
      </a:accent3>
      <a:accent4>
        <a:srgbClr val="A6B17D"/>
      </a:accent4>
      <a:accent5>
        <a:srgbClr val="BFA77B"/>
      </a:accent5>
      <a:accent6>
        <a:srgbClr val="C76510"/>
      </a:accent6>
      <a:hlink>
        <a:srgbClr val="4472C4"/>
      </a:hlink>
      <a:folHlink>
        <a:srgbClr val="BFBFBF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3600" dirty="0">
            <a:solidFill>
              <a:schemeClr val="accent6">
                <a:lumMod val="50000"/>
              </a:schemeClr>
            </a:solidFill>
            <a:latin typeface="思源黑体 CN Bold" panose="020B0800000000000000" pitchFamily="34" charset="-122"/>
            <a:ea typeface="思源黑体 CN Bold" panose="020B0800000000000000" pitchFamily="34" charset="-122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sz="3200" dirty="0" smtClean="0">
            <a:latin typeface="思源黑体 CN Bold" panose="020B0800000000000000" pitchFamily="34" charset="-122"/>
            <a:ea typeface="思源黑体 CN Bold" panose="020B08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951011"/>
    </a:accent1>
    <a:accent2>
      <a:srgbClr val="3D1D0E"/>
    </a:accent2>
    <a:accent3>
      <a:srgbClr val="C58D09"/>
    </a:accent3>
    <a:accent4>
      <a:srgbClr val="A6B17D"/>
    </a:accent4>
    <a:accent5>
      <a:srgbClr val="BFA77B"/>
    </a:accent5>
    <a:accent6>
      <a:srgbClr val="C76510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951011"/>
    </a:accent1>
    <a:accent2>
      <a:srgbClr val="3D1D0E"/>
    </a:accent2>
    <a:accent3>
      <a:srgbClr val="C58D09"/>
    </a:accent3>
    <a:accent4>
      <a:srgbClr val="A6B17D"/>
    </a:accent4>
    <a:accent5>
      <a:srgbClr val="BFA77B"/>
    </a:accent5>
    <a:accent6>
      <a:srgbClr val="C76510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68395"/>
    </a:dk2>
    <a:lt2>
      <a:srgbClr val="F0F0F0"/>
    </a:lt2>
    <a:accent1>
      <a:srgbClr val="951011"/>
    </a:accent1>
    <a:accent2>
      <a:srgbClr val="3D1D0E"/>
    </a:accent2>
    <a:accent3>
      <a:srgbClr val="C58D09"/>
    </a:accent3>
    <a:accent4>
      <a:srgbClr val="A6B17D"/>
    </a:accent4>
    <a:accent5>
      <a:srgbClr val="BFA77B"/>
    </a:accent5>
    <a:accent6>
      <a:srgbClr val="C76510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5010</TotalTime>
  <Words>237</Words>
  <Application>Microsoft Office PowerPoint</Application>
  <PresentationFormat>宽屏</PresentationFormat>
  <Paragraphs>45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Aa锐智体</vt:lpstr>
      <vt:lpstr>等线</vt:lpstr>
      <vt:lpstr>等线 Light</vt:lpstr>
      <vt:lpstr>思源黑体 CN Bold</vt:lpstr>
      <vt:lpstr>思源黑体 CN ExtraLight</vt:lpstr>
      <vt:lpstr>思源黑体 CN Light</vt:lpstr>
      <vt:lpstr>微软雅黑</vt:lpstr>
      <vt:lpstr>Arial</vt:lpstr>
      <vt:lpstr>Britannic Bold</vt:lpstr>
      <vt:lpstr>Eras Demi ITC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Huiyin Cheng</cp:lastModifiedBy>
  <cp:revision>90</cp:revision>
  <dcterms:created xsi:type="dcterms:W3CDTF">2018-04-18T06:17:00Z</dcterms:created>
  <dcterms:modified xsi:type="dcterms:W3CDTF">2026-05-30T19:16:16Z</dcterms:modified>
</cp:coreProperties>
</file>