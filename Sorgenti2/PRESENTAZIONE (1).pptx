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38" r:id="rId3"/>
    <p:sldId id="258" r:id="rId4"/>
    <p:sldId id="267" r:id="rId5"/>
    <p:sldId id="266" r:id="rId6"/>
    <p:sldId id="342" r:id="rId7"/>
    <p:sldId id="345" r:id="rId8"/>
    <p:sldId id="340" r:id="rId9"/>
    <p:sldId id="344" r:id="rId10"/>
    <p:sldId id="272" r:id="rId11"/>
    <p:sldId id="271" r:id="rId12"/>
    <p:sldId id="343" r:id="rId13"/>
    <p:sldId id="312" r:id="rId14"/>
    <p:sldId id="346" r:id="rId15"/>
    <p:sldId id="280" r:id="rId16"/>
    <p:sldId id="261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33308"/>
    <a:srgbClr val="2280BB"/>
    <a:srgbClr val="25B2C7"/>
    <a:srgbClr val="227EBA"/>
    <a:srgbClr val="17557B"/>
    <a:srgbClr val="1D6D9F"/>
    <a:srgbClr val="25B3C7"/>
    <a:srgbClr val="2281BB"/>
    <a:srgbClr val="12A0EB"/>
    <a:srgbClr val="0519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199" autoAdjust="0"/>
    <p:restoredTop sz="94660"/>
  </p:normalViewPr>
  <p:slideViewPr>
    <p:cSldViewPr snapToGrid="0">
      <p:cViewPr>
        <p:scale>
          <a:sx n="27" d="100"/>
          <a:sy n="27" d="100"/>
        </p:scale>
        <p:origin x="2658" y="19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139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2CC75-8280-4D50-8556-C2874ADEF92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90E77-D57C-49F8-ADC2-FB99C50EBC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2CC75-8280-4D50-8556-C2874ADEF92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90E77-D57C-49F8-ADC2-FB99C50EBC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2CC75-8280-4D50-8556-C2874ADEF92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90E77-D57C-49F8-ADC2-FB99C50EBC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2CC75-8280-4D50-8556-C2874ADEF92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90E77-D57C-49F8-ADC2-FB99C50EBC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2CC75-8280-4D50-8556-C2874ADEF92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90E77-D57C-49F8-ADC2-FB99C50EBC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2CC75-8280-4D50-8556-C2874ADEF92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90E77-D57C-49F8-ADC2-FB99C50EBC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图片占位符 17"/>
          <p:cNvSpPr>
            <a:spLocks noGrp="1"/>
          </p:cNvSpPr>
          <p:nvPr>
            <p:ph type="pic" sz="quarter" idx="10"/>
          </p:nvPr>
        </p:nvSpPr>
        <p:spPr>
          <a:xfrm>
            <a:off x="7284720" y="502285"/>
            <a:ext cx="4283075" cy="257651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9" name="图片占位符 17"/>
          <p:cNvSpPr>
            <a:spLocks noGrp="1"/>
          </p:cNvSpPr>
          <p:nvPr>
            <p:ph type="pic" sz="quarter" idx="11"/>
          </p:nvPr>
        </p:nvSpPr>
        <p:spPr>
          <a:xfrm>
            <a:off x="883603" y="3779838"/>
            <a:ext cx="4283075" cy="257651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12"/>
          </p:nvPr>
        </p:nvSpPr>
        <p:spPr>
          <a:xfrm>
            <a:off x="884238" y="472122"/>
            <a:ext cx="6003925" cy="26060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22" name="文本占位符 20"/>
          <p:cNvSpPr>
            <a:spLocks noGrp="1"/>
          </p:cNvSpPr>
          <p:nvPr>
            <p:ph type="body" sz="quarter" idx="13"/>
          </p:nvPr>
        </p:nvSpPr>
        <p:spPr>
          <a:xfrm>
            <a:off x="5563870" y="3779837"/>
            <a:ext cx="6003925" cy="260604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图片占位符 8"/>
          <p:cNvSpPr>
            <a:spLocks noGrp="1"/>
          </p:cNvSpPr>
          <p:nvPr>
            <p:ph type="pic" sz="quarter" idx="13"/>
          </p:nvPr>
        </p:nvSpPr>
        <p:spPr>
          <a:xfrm>
            <a:off x="6324600" y="594360"/>
            <a:ext cx="5136516" cy="498475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图片占位符 8"/>
          <p:cNvSpPr>
            <a:spLocks noGrp="1"/>
          </p:cNvSpPr>
          <p:nvPr>
            <p:ph type="pic" sz="quarter" idx="10"/>
          </p:nvPr>
        </p:nvSpPr>
        <p:spPr>
          <a:xfrm>
            <a:off x="1081405" y="3535680"/>
            <a:ext cx="2835275" cy="283527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0" name="图片占位符 8"/>
          <p:cNvSpPr>
            <a:spLocks noGrp="1"/>
          </p:cNvSpPr>
          <p:nvPr>
            <p:ph type="pic" sz="quarter" idx="11"/>
          </p:nvPr>
        </p:nvSpPr>
        <p:spPr>
          <a:xfrm>
            <a:off x="4159885" y="3535680"/>
            <a:ext cx="2835275" cy="283527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1" name="图片占位符 8"/>
          <p:cNvSpPr>
            <a:spLocks noGrp="1"/>
          </p:cNvSpPr>
          <p:nvPr>
            <p:ph type="pic" sz="quarter" idx="12"/>
          </p:nvPr>
        </p:nvSpPr>
        <p:spPr>
          <a:xfrm>
            <a:off x="7238365" y="3535680"/>
            <a:ext cx="2835275" cy="2835275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7"/>
          <p:cNvSpPr>
            <a:spLocks noGrp="1"/>
          </p:cNvSpPr>
          <p:nvPr>
            <p:ph sz="quarter" idx="11"/>
          </p:nvPr>
        </p:nvSpPr>
        <p:spPr>
          <a:xfrm>
            <a:off x="365761" y="731519"/>
            <a:ext cx="2438400" cy="521073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图片占位符 12"/>
          <p:cNvSpPr>
            <a:spLocks noGrp="1"/>
          </p:cNvSpPr>
          <p:nvPr>
            <p:ph type="pic" sz="quarter" idx="12"/>
          </p:nvPr>
        </p:nvSpPr>
        <p:spPr>
          <a:xfrm>
            <a:off x="3078163" y="731519"/>
            <a:ext cx="5424806" cy="24987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8" name="图片占位符 12"/>
          <p:cNvSpPr>
            <a:spLocks noGrp="1"/>
          </p:cNvSpPr>
          <p:nvPr>
            <p:ph type="pic" sz="quarter" idx="13"/>
          </p:nvPr>
        </p:nvSpPr>
        <p:spPr>
          <a:xfrm>
            <a:off x="6064568" y="3443524"/>
            <a:ext cx="2438401" cy="2498726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图片占位符 12"/>
          <p:cNvSpPr>
            <a:spLocks noGrp="1"/>
          </p:cNvSpPr>
          <p:nvPr>
            <p:ph type="pic" sz="quarter" idx="14"/>
          </p:nvPr>
        </p:nvSpPr>
        <p:spPr>
          <a:xfrm>
            <a:off x="8776972" y="731519"/>
            <a:ext cx="3049268" cy="5210731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" name="图片占位符 12"/>
          <p:cNvSpPr>
            <a:spLocks noGrp="1"/>
          </p:cNvSpPr>
          <p:nvPr>
            <p:ph type="pic" sz="quarter" idx="15"/>
          </p:nvPr>
        </p:nvSpPr>
        <p:spPr>
          <a:xfrm>
            <a:off x="3078163" y="3443524"/>
            <a:ext cx="2712403" cy="2498726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716280" y="2407920"/>
            <a:ext cx="6400800" cy="400843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1"/>
          </p:nvPr>
        </p:nvSpPr>
        <p:spPr>
          <a:xfrm>
            <a:off x="7528243" y="2407920"/>
            <a:ext cx="3749675" cy="40084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" name="文本占位符 8"/>
          <p:cNvSpPr>
            <a:spLocks noGrp="1"/>
          </p:cNvSpPr>
          <p:nvPr>
            <p:ph type="body" sz="quarter" idx="12"/>
          </p:nvPr>
        </p:nvSpPr>
        <p:spPr>
          <a:xfrm>
            <a:off x="716280" y="495141"/>
            <a:ext cx="4648200" cy="13793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1" name="文本占位符 8"/>
          <p:cNvSpPr>
            <a:spLocks noGrp="1"/>
          </p:cNvSpPr>
          <p:nvPr>
            <p:ph type="body" sz="quarter" idx="13"/>
          </p:nvPr>
        </p:nvSpPr>
        <p:spPr>
          <a:xfrm>
            <a:off x="6629718" y="533082"/>
            <a:ext cx="4648200" cy="13793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5"/>
          <p:cNvSpPr>
            <a:spLocks noGrp="1"/>
          </p:cNvSpPr>
          <p:nvPr>
            <p:ph type="pic" sz="quarter" idx="13"/>
          </p:nvPr>
        </p:nvSpPr>
        <p:spPr>
          <a:xfrm>
            <a:off x="1" y="1112202"/>
            <a:ext cx="5044440" cy="4313238"/>
          </a:xfrm>
          <a:solidFill>
            <a:schemeClr val="bg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5"/>
          </p:nvPr>
        </p:nvSpPr>
        <p:spPr>
          <a:xfrm>
            <a:off x="9006840" y="1112202"/>
            <a:ext cx="3185160" cy="4313238"/>
          </a:xfrm>
          <a:solidFill>
            <a:schemeClr val="bg1"/>
          </a:solidFill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5"/>
          <p:cNvSpPr>
            <a:spLocks noGrp="1"/>
          </p:cNvSpPr>
          <p:nvPr>
            <p:ph type="pic" sz="quarter" idx="14"/>
          </p:nvPr>
        </p:nvSpPr>
        <p:spPr>
          <a:xfrm>
            <a:off x="4220307" y="856957"/>
            <a:ext cx="3282460" cy="5144086"/>
          </a:xfrm>
          <a:solidFill>
            <a:schemeClr val="bg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图片占位符 5"/>
          <p:cNvSpPr>
            <a:spLocks noGrp="1"/>
          </p:cNvSpPr>
          <p:nvPr>
            <p:ph type="pic" sz="quarter" idx="15"/>
          </p:nvPr>
        </p:nvSpPr>
        <p:spPr>
          <a:xfrm>
            <a:off x="562707" y="856957"/>
            <a:ext cx="3282460" cy="5144086"/>
          </a:xfrm>
          <a:solidFill>
            <a:schemeClr val="bg1"/>
          </a:solidFill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9"/>
          <p:cNvSpPr>
            <a:spLocks noGrp="1"/>
          </p:cNvSpPr>
          <p:nvPr>
            <p:ph sz="quarter" idx="10"/>
          </p:nvPr>
        </p:nvSpPr>
        <p:spPr>
          <a:xfrm>
            <a:off x="0" y="-15240"/>
            <a:ext cx="3886200" cy="687324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sz="quarter" idx="11"/>
          </p:nvPr>
        </p:nvSpPr>
        <p:spPr>
          <a:xfrm>
            <a:off x="1723073" y="990918"/>
            <a:ext cx="4540568" cy="4540568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3" name="内容占位符 9"/>
          <p:cNvSpPr>
            <a:spLocks noGrp="1"/>
          </p:cNvSpPr>
          <p:nvPr>
            <p:ph sz="quarter" idx="12"/>
          </p:nvPr>
        </p:nvSpPr>
        <p:spPr>
          <a:xfrm>
            <a:off x="7391400" y="2118360"/>
            <a:ext cx="3886200" cy="262128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5"/>
          <p:cNvSpPr>
            <a:spLocks noGrp="1"/>
          </p:cNvSpPr>
          <p:nvPr>
            <p:ph type="pic" sz="quarter" idx="15"/>
          </p:nvPr>
        </p:nvSpPr>
        <p:spPr>
          <a:xfrm>
            <a:off x="1055077" y="0"/>
            <a:ext cx="4783015" cy="3048000"/>
          </a:xfrm>
          <a:solidFill>
            <a:schemeClr val="bg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图片占位符 5"/>
          <p:cNvSpPr>
            <a:spLocks noGrp="1"/>
          </p:cNvSpPr>
          <p:nvPr>
            <p:ph type="pic" sz="quarter" idx="16"/>
          </p:nvPr>
        </p:nvSpPr>
        <p:spPr>
          <a:xfrm>
            <a:off x="6096000" y="3810000"/>
            <a:ext cx="4783015" cy="3048000"/>
          </a:xfrm>
          <a:solidFill>
            <a:schemeClr val="bg1"/>
          </a:solidFill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501640" y="350838"/>
            <a:ext cx="6248400" cy="3337241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图片占位符 6"/>
          <p:cNvSpPr>
            <a:spLocks noGrp="1"/>
          </p:cNvSpPr>
          <p:nvPr>
            <p:ph type="pic" sz="quarter" idx="11"/>
          </p:nvPr>
        </p:nvSpPr>
        <p:spPr>
          <a:xfrm>
            <a:off x="5501640" y="3855720"/>
            <a:ext cx="3154680" cy="254507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1" name="图片占位符 6"/>
          <p:cNvSpPr>
            <a:spLocks noGrp="1"/>
          </p:cNvSpPr>
          <p:nvPr>
            <p:ph type="pic" sz="quarter" idx="12"/>
          </p:nvPr>
        </p:nvSpPr>
        <p:spPr>
          <a:xfrm>
            <a:off x="8854440" y="3855720"/>
            <a:ext cx="2895600" cy="2545079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sz="quarter" idx="10"/>
          </p:nvPr>
        </p:nvSpPr>
        <p:spPr>
          <a:xfrm>
            <a:off x="846365" y="716279"/>
            <a:ext cx="2780756" cy="2668967"/>
          </a:xfrm>
          <a:prstGeom prst="ellipse">
            <a:avLst/>
          </a:prstGeom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图片占位符 2"/>
          <p:cNvSpPr>
            <a:spLocks noGrp="1"/>
          </p:cNvSpPr>
          <p:nvPr>
            <p:ph type="pic" sz="quarter" idx="11"/>
          </p:nvPr>
        </p:nvSpPr>
        <p:spPr>
          <a:xfrm>
            <a:off x="3940085" y="716279"/>
            <a:ext cx="2780756" cy="2668967"/>
          </a:xfrm>
          <a:prstGeom prst="ellipse">
            <a:avLst/>
          </a:prstGeom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图片占位符 2"/>
          <p:cNvSpPr>
            <a:spLocks noGrp="1"/>
          </p:cNvSpPr>
          <p:nvPr>
            <p:ph type="pic" sz="quarter" idx="12"/>
          </p:nvPr>
        </p:nvSpPr>
        <p:spPr>
          <a:xfrm>
            <a:off x="846365" y="3611879"/>
            <a:ext cx="2780756" cy="2668967"/>
          </a:xfrm>
          <a:prstGeom prst="ellipse">
            <a:avLst/>
          </a:prstGeom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图片占位符 2"/>
          <p:cNvSpPr>
            <a:spLocks noGrp="1"/>
          </p:cNvSpPr>
          <p:nvPr>
            <p:ph type="pic" sz="quarter" idx="13"/>
          </p:nvPr>
        </p:nvSpPr>
        <p:spPr>
          <a:xfrm>
            <a:off x="3940085" y="3611879"/>
            <a:ext cx="2780756" cy="2668967"/>
          </a:xfrm>
          <a:prstGeom prst="ellipse">
            <a:avLst/>
          </a:prstGeom>
          <a:ln>
            <a:noFill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441325" y="350203"/>
            <a:ext cx="3490913" cy="3763962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8" name="图片占位符 6"/>
          <p:cNvSpPr>
            <a:spLocks noGrp="1"/>
          </p:cNvSpPr>
          <p:nvPr>
            <p:ph type="pic" sz="quarter" idx="11"/>
          </p:nvPr>
        </p:nvSpPr>
        <p:spPr>
          <a:xfrm>
            <a:off x="441324" y="4297363"/>
            <a:ext cx="3490913" cy="221043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图片占位符 6"/>
          <p:cNvSpPr>
            <a:spLocks noGrp="1"/>
          </p:cNvSpPr>
          <p:nvPr>
            <p:ph type="pic" sz="quarter" idx="12"/>
          </p:nvPr>
        </p:nvSpPr>
        <p:spPr>
          <a:xfrm>
            <a:off x="4159884" y="2971800"/>
            <a:ext cx="3490913" cy="3535997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0" name="图片占位符 6"/>
          <p:cNvSpPr>
            <a:spLocks noGrp="1"/>
          </p:cNvSpPr>
          <p:nvPr>
            <p:ph type="pic" sz="quarter" idx="13"/>
          </p:nvPr>
        </p:nvSpPr>
        <p:spPr>
          <a:xfrm>
            <a:off x="4159883" y="350203"/>
            <a:ext cx="3490913" cy="2453957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441325" y="350203"/>
            <a:ext cx="3490913" cy="615759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图片占位符 6"/>
          <p:cNvSpPr>
            <a:spLocks noGrp="1"/>
          </p:cNvSpPr>
          <p:nvPr>
            <p:ph type="pic" sz="quarter" idx="12"/>
          </p:nvPr>
        </p:nvSpPr>
        <p:spPr>
          <a:xfrm>
            <a:off x="4159884" y="3093720"/>
            <a:ext cx="3963036" cy="3414077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0" name="图片占位符 6"/>
          <p:cNvSpPr>
            <a:spLocks noGrp="1"/>
          </p:cNvSpPr>
          <p:nvPr>
            <p:ph type="pic" sz="quarter" idx="13"/>
          </p:nvPr>
        </p:nvSpPr>
        <p:spPr>
          <a:xfrm>
            <a:off x="4159883" y="350203"/>
            <a:ext cx="3963037" cy="2575877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4480243" y="349250"/>
            <a:ext cx="3414712" cy="307975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8" name="图片占位符 6"/>
          <p:cNvSpPr>
            <a:spLocks noGrp="1"/>
          </p:cNvSpPr>
          <p:nvPr>
            <p:ph type="pic" sz="quarter" idx="11"/>
          </p:nvPr>
        </p:nvSpPr>
        <p:spPr>
          <a:xfrm>
            <a:off x="1065531" y="3429000"/>
            <a:ext cx="3414712" cy="307975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图片占位符 6"/>
          <p:cNvSpPr>
            <a:spLocks noGrp="1"/>
          </p:cNvSpPr>
          <p:nvPr>
            <p:ph type="pic" sz="quarter" idx="12"/>
          </p:nvPr>
        </p:nvSpPr>
        <p:spPr>
          <a:xfrm>
            <a:off x="7894955" y="3429000"/>
            <a:ext cx="3414712" cy="307975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3"/>
          </p:nvPr>
        </p:nvSpPr>
        <p:spPr>
          <a:xfrm>
            <a:off x="1252494" y="518160"/>
            <a:ext cx="3040150" cy="2741930"/>
          </a:xfrm>
          <a:ln>
            <a:solidFill>
              <a:schemeClr val="tx1"/>
            </a:solidFill>
          </a:ln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2" name="文本占位符 10"/>
          <p:cNvSpPr>
            <a:spLocks noGrp="1"/>
          </p:cNvSpPr>
          <p:nvPr>
            <p:ph type="body" sz="quarter" idx="14"/>
          </p:nvPr>
        </p:nvSpPr>
        <p:spPr>
          <a:xfrm>
            <a:off x="4671609" y="3613150"/>
            <a:ext cx="3040150" cy="2741930"/>
          </a:xfrm>
          <a:ln>
            <a:solidFill>
              <a:schemeClr val="tx1"/>
            </a:solidFill>
          </a:ln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3" name="文本占位符 10"/>
          <p:cNvSpPr>
            <a:spLocks noGrp="1"/>
          </p:cNvSpPr>
          <p:nvPr>
            <p:ph type="body" sz="quarter" idx="15"/>
          </p:nvPr>
        </p:nvSpPr>
        <p:spPr>
          <a:xfrm>
            <a:off x="8082236" y="518160"/>
            <a:ext cx="3040150" cy="2741930"/>
          </a:xfrm>
          <a:ln>
            <a:solidFill>
              <a:schemeClr val="tx1"/>
            </a:solidFill>
          </a:ln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4480243" y="349250"/>
            <a:ext cx="3414712" cy="3079750"/>
          </a:xfrm>
          <a:ln>
            <a:solidFill>
              <a:schemeClr val="tx1"/>
            </a:solidFill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8" name="图片占位符 6"/>
          <p:cNvSpPr>
            <a:spLocks noGrp="1"/>
          </p:cNvSpPr>
          <p:nvPr>
            <p:ph type="pic" sz="quarter" idx="11"/>
          </p:nvPr>
        </p:nvSpPr>
        <p:spPr>
          <a:xfrm>
            <a:off x="1065531" y="3429000"/>
            <a:ext cx="3414712" cy="3079750"/>
          </a:xfrm>
          <a:ln>
            <a:solidFill>
              <a:schemeClr val="tx1"/>
            </a:solidFill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9" name="图片占位符 6"/>
          <p:cNvSpPr>
            <a:spLocks noGrp="1"/>
          </p:cNvSpPr>
          <p:nvPr>
            <p:ph type="pic" sz="quarter" idx="12"/>
          </p:nvPr>
        </p:nvSpPr>
        <p:spPr>
          <a:xfrm>
            <a:off x="7894955" y="3429000"/>
            <a:ext cx="3414712" cy="3079750"/>
          </a:xfrm>
          <a:ln>
            <a:solidFill>
              <a:schemeClr val="tx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3"/>
          </p:nvPr>
        </p:nvSpPr>
        <p:spPr>
          <a:xfrm>
            <a:off x="1065213" y="349250"/>
            <a:ext cx="3414712" cy="3079750"/>
          </a:xfrm>
          <a:ln>
            <a:solidFill>
              <a:schemeClr val="tx1"/>
            </a:solidFill>
          </a:ln>
        </p:spPr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12" name="文本占位符 10"/>
          <p:cNvSpPr>
            <a:spLocks noGrp="1"/>
          </p:cNvSpPr>
          <p:nvPr>
            <p:ph type="body" sz="quarter" idx="14"/>
          </p:nvPr>
        </p:nvSpPr>
        <p:spPr>
          <a:xfrm>
            <a:off x="4479925" y="3440269"/>
            <a:ext cx="3423518" cy="3087692"/>
          </a:xfrm>
          <a:ln>
            <a:solidFill>
              <a:schemeClr val="tx1"/>
            </a:solidFill>
          </a:ln>
        </p:spPr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13" name="文本占位符 10"/>
          <p:cNvSpPr>
            <a:spLocks noGrp="1"/>
          </p:cNvSpPr>
          <p:nvPr>
            <p:ph type="body" sz="quarter" idx="15"/>
          </p:nvPr>
        </p:nvSpPr>
        <p:spPr>
          <a:xfrm>
            <a:off x="7903443" y="356905"/>
            <a:ext cx="3397736" cy="3064440"/>
          </a:xfrm>
          <a:ln>
            <a:solidFill>
              <a:schemeClr val="tx1"/>
            </a:solidFill>
          </a:ln>
        </p:spPr>
        <p:txBody>
          <a:bodyPr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23893" y="426720"/>
            <a:ext cx="4362098" cy="2320082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8" name="图片占位符 6"/>
          <p:cNvSpPr>
            <a:spLocks noGrp="1"/>
          </p:cNvSpPr>
          <p:nvPr>
            <p:ph type="pic" sz="quarter" idx="11"/>
          </p:nvPr>
        </p:nvSpPr>
        <p:spPr>
          <a:xfrm>
            <a:off x="523892" y="2941320"/>
            <a:ext cx="4362100" cy="348996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图片占位符 6"/>
          <p:cNvSpPr>
            <a:spLocks noGrp="1"/>
          </p:cNvSpPr>
          <p:nvPr>
            <p:ph type="pic" sz="quarter" idx="12"/>
          </p:nvPr>
        </p:nvSpPr>
        <p:spPr>
          <a:xfrm>
            <a:off x="5124960" y="426720"/>
            <a:ext cx="3363720" cy="19050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" name="图片占位符 6"/>
          <p:cNvSpPr>
            <a:spLocks noGrp="1"/>
          </p:cNvSpPr>
          <p:nvPr>
            <p:ph type="pic" sz="quarter" idx="13"/>
          </p:nvPr>
        </p:nvSpPr>
        <p:spPr>
          <a:xfrm>
            <a:off x="5124960" y="2575560"/>
            <a:ext cx="3363720" cy="1905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1" name="图片占位符 6"/>
          <p:cNvSpPr>
            <a:spLocks noGrp="1"/>
          </p:cNvSpPr>
          <p:nvPr>
            <p:ph type="pic" sz="quarter" idx="14"/>
          </p:nvPr>
        </p:nvSpPr>
        <p:spPr>
          <a:xfrm>
            <a:off x="5124960" y="4724400"/>
            <a:ext cx="3363720" cy="170688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2" name="图片占位符 6"/>
          <p:cNvSpPr>
            <a:spLocks noGrp="1"/>
          </p:cNvSpPr>
          <p:nvPr>
            <p:ph type="pic" sz="quarter" idx="15"/>
          </p:nvPr>
        </p:nvSpPr>
        <p:spPr>
          <a:xfrm>
            <a:off x="8727649" y="426720"/>
            <a:ext cx="2940458" cy="405384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3" name="图片占位符 6"/>
          <p:cNvSpPr>
            <a:spLocks noGrp="1"/>
          </p:cNvSpPr>
          <p:nvPr>
            <p:ph type="pic" sz="quarter" idx="16"/>
          </p:nvPr>
        </p:nvSpPr>
        <p:spPr>
          <a:xfrm>
            <a:off x="8727648" y="4724400"/>
            <a:ext cx="2940458" cy="170688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2301240" y="1927860"/>
            <a:ext cx="4617720" cy="3002280"/>
          </a:xfrm>
          <a:prstGeom prst="rect">
            <a:avLst/>
          </a:prstGeom>
          <a:noFill/>
          <a:ln w="41275">
            <a:solidFill>
              <a:srgbClr val="FEC405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spAutoFit/>
          </a:bodyPr>
          <a:lstStyle/>
          <a:p>
            <a:pPr algn="l">
              <a:lnSpc>
                <a:spcPct val="150000"/>
              </a:lnSpc>
            </a:pPr>
            <a:endParaRPr lang="zh-CN" altLang="en-US" sz="2400" dirty="0">
              <a:solidFill>
                <a:schemeClr val="bg1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807720" y="426720"/>
            <a:ext cx="3459480" cy="300228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8" name="图片占位符 6"/>
          <p:cNvSpPr>
            <a:spLocks noGrp="1"/>
          </p:cNvSpPr>
          <p:nvPr>
            <p:ph type="pic" sz="quarter" idx="11"/>
          </p:nvPr>
        </p:nvSpPr>
        <p:spPr>
          <a:xfrm>
            <a:off x="4516772" y="3017520"/>
            <a:ext cx="3606148" cy="32766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883603" y="624522"/>
            <a:ext cx="3382962" cy="466407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8" name="图片占位符 6"/>
          <p:cNvSpPr>
            <a:spLocks noGrp="1"/>
          </p:cNvSpPr>
          <p:nvPr>
            <p:ph type="pic" sz="quarter" idx="11"/>
          </p:nvPr>
        </p:nvSpPr>
        <p:spPr>
          <a:xfrm>
            <a:off x="4449763" y="624522"/>
            <a:ext cx="3382962" cy="466407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图片占位符 6"/>
          <p:cNvSpPr>
            <a:spLocks noGrp="1"/>
          </p:cNvSpPr>
          <p:nvPr>
            <p:ph type="pic" sz="quarter" idx="12"/>
          </p:nvPr>
        </p:nvSpPr>
        <p:spPr>
          <a:xfrm>
            <a:off x="8015923" y="624521"/>
            <a:ext cx="3382962" cy="4664075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457200" y="472281"/>
            <a:ext cx="3840480" cy="591343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8" name="图片占位符 6"/>
          <p:cNvSpPr>
            <a:spLocks noGrp="1"/>
          </p:cNvSpPr>
          <p:nvPr>
            <p:ph type="pic" sz="quarter" idx="11"/>
          </p:nvPr>
        </p:nvSpPr>
        <p:spPr>
          <a:xfrm>
            <a:off x="4526279" y="472280"/>
            <a:ext cx="2987044" cy="272811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图片占位符 6"/>
          <p:cNvSpPr>
            <a:spLocks noGrp="1"/>
          </p:cNvSpPr>
          <p:nvPr>
            <p:ph type="pic" sz="quarter" idx="12"/>
          </p:nvPr>
        </p:nvSpPr>
        <p:spPr>
          <a:xfrm>
            <a:off x="7741920" y="487203"/>
            <a:ext cx="3992879" cy="390191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图片占位符 6"/>
          <p:cNvSpPr>
            <a:spLocks noGrp="1"/>
          </p:cNvSpPr>
          <p:nvPr>
            <p:ph type="pic" sz="quarter" idx="13"/>
          </p:nvPr>
        </p:nvSpPr>
        <p:spPr>
          <a:xfrm>
            <a:off x="4526277" y="3429000"/>
            <a:ext cx="2987045" cy="2956719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457200" y="472281"/>
            <a:ext cx="3459480" cy="272811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图片占位符 6"/>
          <p:cNvSpPr>
            <a:spLocks noGrp="1"/>
          </p:cNvSpPr>
          <p:nvPr>
            <p:ph type="pic" sz="quarter" idx="12"/>
          </p:nvPr>
        </p:nvSpPr>
        <p:spPr>
          <a:xfrm>
            <a:off x="8884920" y="2346880"/>
            <a:ext cx="2849878" cy="390191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图片占位符 6"/>
          <p:cNvSpPr>
            <a:spLocks noGrp="1"/>
          </p:cNvSpPr>
          <p:nvPr>
            <p:ph type="pic" sz="quarter" idx="13"/>
          </p:nvPr>
        </p:nvSpPr>
        <p:spPr>
          <a:xfrm>
            <a:off x="4206237" y="2346880"/>
            <a:ext cx="4389124" cy="388635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图片占位符 6"/>
          <p:cNvSpPr>
            <a:spLocks noGrp="1"/>
          </p:cNvSpPr>
          <p:nvPr>
            <p:ph type="pic" sz="quarter" idx="14"/>
          </p:nvPr>
        </p:nvSpPr>
        <p:spPr>
          <a:xfrm>
            <a:off x="457200" y="3429000"/>
            <a:ext cx="3459480" cy="2728118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457200" y="472280"/>
            <a:ext cx="2849878" cy="5776517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图片占位符 6"/>
          <p:cNvSpPr>
            <a:spLocks noGrp="1"/>
          </p:cNvSpPr>
          <p:nvPr>
            <p:ph type="pic" sz="quarter" idx="12"/>
          </p:nvPr>
        </p:nvSpPr>
        <p:spPr>
          <a:xfrm>
            <a:off x="7787638" y="472280"/>
            <a:ext cx="3947160" cy="577651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图片占位符 6"/>
          <p:cNvSpPr>
            <a:spLocks noGrp="1"/>
          </p:cNvSpPr>
          <p:nvPr>
            <p:ph type="pic" sz="quarter" idx="13"/>
          </p:nvPr>
        </p:nvSpPr>
        <p:spPr>
          <a:xfrm>
            <a:off x="3505201" y="3200400"/>
            <a:ext cx="3947160" cy="3032838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349240" y="610553"/>
            <a:ext cx="2956783" cy="271176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8" name="图片占位符 6"/>
          <p:cNvSpPr>
            <a:spLocks noGrp="1"/>
          </p:cNvSpPr>
          <p:nvPr>
            <p:ph type="pic" sz="quarter" idx="11"/>
          </p:nvPr>
        </p:nvSpPr>
        <p:spPr>
          <a:xfrm>
            <a:off x="8519160" y="610553"/>
            <a:ext cx="2956783" cy="271176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图片占位符 6"/>
          <p:cNvSpPr>
            <a:spLocks noGrp="1"/>
          </p:cNvSpPr>
          <p:nvPr>
            <p:ph type="pic" sz="quarter" idx="12"/>
          </p:nvPr>
        </p:nvSpPr>
        <p:spPr>
          <a:xfrm>
            <a:off x="5349240" y="3536633"/>
            <a:ext cx="2956783" cy="271176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0" name="图片占位符 6"/>
          <p:cNvSpPr>
            <a:spLocks noGrp="1"/>
          </p:cNvSpPr>
          <p:nvPr>
            <p:ph type="pic" sz="quarter" idx="13"/>
          </p:nvPr>
        </p:nvSpPr>
        <p:spPr>
          <a:xfrm>
            <a:off x="8519160" y="3536633"/>
            <a:ext cx="2956783" cy="2711768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占位符 6"/>
          <p:cNvSpPr>
            <a:spLocks noGrp="1"/>
          </p:cNvSpPr>
          <p:nvPr>
            <p:ph type="pic" sz="quarter" idx="11"/>
          </p:nvPr>
        </p:nvSpPr>
        <p:spPr>
          <a:xfrm>
            <a:off x="716057" y="824864"/>
            <a:ext cx="1097503" cy="5073016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图片占位符 6"/>
          <p:cNvSpPr>
            <a:spLocks noGrp="1"/>
          </p:cNvSpPr>
          <p:nvPr>
            <p:ph type="pic" sz="quarter" idx="14"/>
          </p:nvPr>
        </p:nvSpPr>
        <p:spPr>
          <a:xfrm>
            <a:off x="2026697" y="367664"/>
            <a:ext cx="1097503" cy="5073016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1" name="图片占位符 6"/>
          <p:cNvSpPr>
            <a:spLocks noGrp="1"/>
          </p:cNvSpPr>
          <p:nvPr>
            <p:ph type="pic" sz="quarter" idx="15"/>
          </p:nvPr>
        </p:nvSpPr>
        <p:spPr>
          <a:xfrm>
            <a:off x="3337337" y="1464944"/>
            <a:ext cx="1097503" cy="5073016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2" name="图片占位符 6"/>
          <p:cNvSpPr>
            <a:spLocks noGrp="1"/>
          </p:cNvSpPr>
          <p:nvPr>
            <p:ph type="pic" sz="quarter" idx="16"/>
          </p:nvPr>
        </p:nvSpPr>
        <p:spPr>
          <a:xfrm>
            <a:off x="4617608" y="1000125"/>
            <a:ext cx="1097503" cy="5073016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图片占位符 2"/>
          <p:cNvSpPr>
            <a:spLocks noGrp="1"/>
          </p:cNvSpPr>
          <p:nvPr>
            <p:ph type="pic" sz="quarter" idx="11"/>
          </p:nvPr>
        </p:nvSpPr>
        <p:spPr>
          <a:xfrm rot="2780108">
            <a:off x="1328871" y="2167229"/>
            <a:ext cx="2249222" cy="2249222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sz="quarter" idx="10"/>
          </p:nvPr>
        </p:nvSpPr>
        <p:spPr>
          <a:xfrm rot="2780108">
            <a:off x="3468572" y="1624689"/>
            <a:ext cx="3334302" cy="3334302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884238" y="1920240"/>
            <a:ext cx="3306762" cy="40227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图片占位符 3"/>
          <p:cNvSpPr>
            <a:spLocks noGrp="1"/>
          </p:cNvSpPr>
          <p:nvPr>
            <p:ph type="pic" sz="quarter" idx="11"/>
          </p:nvPr>
        </p:nvSpPr>
        <p:spPr>
          <a:xfrm>
            <a:off x="4618038" y="1920240"/>
            <a:ext cx="3306762" cy="40227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图片占位符 3"/>
          <p:cNvSpPr>
            <a:spLocks noGrp="1"/>
          </p:cNvSpPr>
          <p:nvPr>
            <p:ph type="pic" sz="quarter" idx="12"/>
          </p:nvPr>
        </p:nvSpPr>
        <p:spPr>
          <a:xfrm>
            <a:off x="8351838" y="1920240"/>
            <a:ext cx="3306762" cy="4022725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图片占位符 8"/>
          <p:cNvSpPr>
            <a:spLocks noGrp="1"/>
          </p:cNvSpPr>
          <p:nvPr>
            <p:ph type="pic" sz="quarter" idx="10"/>
          </p:nvPr>
        </p:nvSpPr>
        <p:spPr>
          <a:xfrm>
            <a:off x="3428841" y="2057399"/>
            <a:ext cx="2667159" cy="249951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0" name="图片占位符 8"/>
          <p:cNvSpPr>
            <a:spLocks noGrp="1"/>
          </p:cNvSpPr>
          <p:nvPr>
            <p:ph type="pic" sz="quarter" idx="11"/>
          </p:nvPr>
        </p:nvSpPr>
        <p:spPr>
          <a:xfrm>
            <a:off x="6096000" y="2057399"/>
            <a:ext cx="2667159" cy="249951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1" name="图片占位符 8"/>
          <p:cNvSpPr>
            <a:spLocks noGrp="1"/>
          </p:cNvSpPr>
          <p:nvPr>
            <p:ph type="pic" sz="quarter" idx="12"/>
          </p:nvPr>
        </p:nvSpPr>
        <p:spPr>
          <a:xfrm>
            <a:off x="8763159" y="2057399"/>
            <a:ext cx="2667159" cy="2499519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747078" y="830262"/>
            <a:ext cx="3429000" cy="519747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8" name="图片占位符 6"/>
          <p:cNvSpPr>
            <a:spLocks noGrp="1"/>
          </p:cNvSpPr>
          <p:nvPr>
            <p:ph type="pic" sz="quarter" idx="11"/>
          </p:nvPr>
        </p:nvSpPr>
        <p:spPr>
          <a:xfrm>
            <a:off x="4586924" y="830262"/>
            <a:ext cx="3063556" cy="241585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图片占位符 6"/>
          <p:cNvSpPr>
            <a:spLocks noGrp="1"/>
          </p:cNvSpPr>
          <p:nvPr>
            <p:ph type="pic" sz="quarter" idx="12"/>
          </p:nvPr>
        </p:nvSpPr>
        <p:spPr>
          <a:xfrm>
            <a:off x="4586924" y="3611880"/>
            <a:ext cx="3063556" cy="2415858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7"/>
          <p:cNvSpPr>
            <a:spLocks noGrp="1"/>
          </p:cNvSpPr>
          <p:nvPr>
            <p:ph type="pic" sz="quarter" idx="23" hasCustomPrompt="1"/>
          </p:nvPr>
        </p:nvSpPr>
        <p:spPr>
          <a:xfrm flipH="1">
            <a:off x="3504840" y="647645"/>
            <a:ext cx="2530200" cy="3518294"/>
          </a:xfrm>
          <a:solidFill>
            <a:schemeClr val="bg1"/>
          </a:solidFill>
          <a:ln>
            <a:noFill/>
          </a:ln>
          <a:effectLst/>
        </p:spPr>
        <p:txBody>
          <a:bodyPr lIns="180000" rIns="180000" anchor="ctr"/>
          <a:lstStyle>
            <a:lvl1pPr marL="0" indent="0" algn="ctr">
              <a:buNone/>
              <a:defRPr sz="1600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Photo or Drag &amp; Drop your Photo</a:t>
            </a:r>
            <a:endParaRPr lang="en-US" noProof="0" dirty="0"/>
          </a:p>
        </p:txBody>
      </p:sp>
      <p:sp>
        <p:nvSpPr>
          <p:cNvPr id="7" name="Picture Placeholder 17"/>
          <p:cNvSpPr>
            <a:spLocks noGrp="1"/>
          </p:cNvSpPr>
          <p:nvPr>
            <p:ph type="pic" sz="quarter" idx="27" hasCustomPrompt="1"/>
          </p:nvPr>
        </p:nvSpPr>
        <p:spPr>
          <a:xfrm flipH="1">
            <a:off x="3504840" y="4388896"/>
            <a:ext cx="2530200" cy="1821460"/>
          </a:xfrm>
          <a:solidFill>
            <a:schemeClr val="bg1"/>
          </a:solidFill>
          <a:ln>
            <a:noFill/>
          </a:ln>
          <a:effectLst/>
        </p:spPr>
        <p:txBody>
          <a:bodyPr lIns="180000" rIns="180000" anchor="ctr"/>
          <a:lstStyle>
            <a:lvl1pPr marL="0" indent="0" algn="ctr">
              <a:buNone/>
              <a:defRPr sz="1600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Photo or Drag &amp; Drop your Photo</a:t>
            </a:r>
            <a:endParaRPr lang="en-US" noProof="0" dirty="0"/>
          </a:p>
        </p:txBody>
      </p:sp>
      <p:sp>
        <p:nvSpPr>
          <p:cNvPr id="8" name="Picture Placeholder 17"/>
          <p:cNvSpPr>
            <a:spLocks noGrp="1" noChangeAspect="1"/>
          </p:cNvSpPr>
          <p:nvPr>
            <p:ph type="pic" sz="quarter" idx="29" hasCustomPrompt="1"/>
          </p:nvPr>
        </p:nvSpPr>
        <p:spPr>
          <a:xfrm flipH="1">
            <a:off x="6348720" y="3432894"/>
            <a:ext cx="2530202" cy="2777462"/>
          </a:xfrm>
          <a:solidFill>
            <a:schemeClr val="bg1"/>
          </a:solidFill>
          <a:ln>
            <a:noFill/>
          </a:ln>
          <a:effectLst/>
        </p:spPr>
        <p:txBody>
          <a:bodyPr lIns="180000" rIns="180000" anchor="ctr"/>
          <a:lstStyle>
            <a:lvl1pPr marL="0" indent="0" algn="ctr">
              <a:buNone/>
              <a:defRPr sz="1100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Photo or Drag &amp; Drop your Photo</a:t>
            </a:r>
            <a:endParaRPr lang="en-US" noProof="0" dirty="0"/>
          </a:p>
        </p:txBody>
      </p:sp>
      <p:sp>
        <p:nvSpPr>
          <p:cNvPr id="9" name="Picture Placeholder 17"/>
          <p:cNvSpPr>
            <a:spLocks noGrp="1"/>
          </p:cNvSpPr>
          <p:nvPr>
            <p:ph type="pic" sz="quarter" idx="31" hasCustomPrompt="1"/>
          </p:nvPr>
        </p:nvSpPr>
        <p:spPr>
          <a:xfrm flipH="1">
            <a:off x="660960" y="650235"/>
            <a:ext cx="2530200" cy="1821460"/>
          </a:xfrm>
          <a:solidFill>
            <a:schemeClr val="bg1"/>
          </a:solidFill>
          <a:ln>
            <a:noFill/>
          </a:ln>
          <a:effectLst/>
        </p:spPr>
        <p:txBody>
          <a:bodyPr lIns="180000" rIns="180000" anchor="ctr"/>
          <a:lstStyle>
            <a:lvl1pPr marL="0" indent="0" algn="ctr">
              <a:buNone/>
              <a:defRPr sz="1100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Photo or Drag &amp; Drop your Photo</a:t>
            </a:r>
            <a:endParaRPr lang="en-US" noProof="0" dirty="0"/>
          </a:p>
        </p:txBody>
      </p:sp>
      <p:sp>
        <p:nvSpPr>
          <p:cNvPr id="10" name="Picture Placeholder 17"/>
          <p:cNvSpPr>
            <a:spLocks noGrp="1"/>
          </p:cNvSpPr>
          <p:nvPr>
            <p:ph type="pic" sz="quarter" idx="32" hasCustomPrompt="1"/>
          </p:nvPr>
        </p:nvSpPr>
        <p:spPr>
          <a:xfrm flipH="1">
            <a:off x="6348720" y="647644"/>
            <a:ext cx="2530200" cy="2571889"/>
          </a:xfrm>
          <a:solidFill>
            <a:schemeClr val="bg1"/>
          </a:solidFill>
          <a:ln>
            <a:noFill/>
          </a:ln>
          <a:effectLst/>
        </p:spPr>
        <p:txBody>
          <a:bodyPr lIns="180000" rIns="180000" anchor="ctr"/>
          <a:lstStyle>
            <a:lvl1pPr marL="0" indent="0" algn="ctr">
              <a:buNone/>
              <a:defRPr sz="1600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Photo or Drag &amp; Drop your Photo</a:t>
            </a:r>
            <a:endParaRPr lang="en-US" noProof="0" dirty="0"/>
          </a:p>
        </p:txBody>
      </p:sp>
      <p:sp>
        <p:nvSpPr>
          <p:cNvPr id="11" name="Picture Placeholder 17"/>
          <p:cNvSpPr>
            <a:spLocks noGrp="1"/>
          </p:cNvSpPr>
          <p:nvPr>
            <p:ph type="pic" sz="quarter" idx="33" hasCustomPrompt="1"/>
          </p:nvPr>
        </p:nvSpPr>
        <p:spPr>
          <a:xfrm flipH="1">
            <a:off x="660960" y="2692062"/>
            <a:ext cx="2530200" cy="3518294"/>
          </a:xfrm>
          <a:solidFill>
            <a:schemeClr val="bg1"/>
          </a:solidFill>
          <a:ln>
            <a:noFill/>
          </a:ln>
          <a:effectLst/>
        </p:spPr>
        <p:txBody>
          <a:bodyPr lIns="0" rIns="0" anchor="ctr"/>
          <a:lstStyle>
            <a:lvl1pPr marL="0" indent="0" algn="ctr">
              <a:buNone/>
              <a:defRPr sz="1100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Pic</a:t>
            </a:r>
            <a:endParaRPr lang="en-US" noProof="0" dirty="0"/>
          </a:p>
        </p:txBody>
      </p:sp>
      <p:sp>
        <p:nvSpPr>
          <p:cNvPr id="12" name="Picture Placeholder 17"/>
          <p:cNvSpPr>
            <a:spLocks noGrp="1"/>
          </p:cNvSpPr>
          <p:nvPr>
            <p:ph type="pic" sz="quarter" idx="34" hasCustomPrompt="1"/>
          </p:nvPr>
        </p:nvSpPr>
        <p:spPr>
          <a:xfrm flipH="1">
            <a:off x="9076680" y="647644"/>
            <a:ext cx="2530200" cy="5562712"/>
          </a:xfrm>
          <a:solidFill>
            <a:schemeClr val="bg1"/>
          </a:solidFill>
          <a:ln>
            <a:noFill/>
          </a:ln>
          <a:effectLst/>
        </p:spPr>
        <p:txBody>
          <a:bodyPr lIns="180000" rIns="180000" anchor="ctr"/>
          <a:lstStyle>
            <a:lvl1pPr marL="0" indent="0" algn="ctr">
              <a:buNone/>
              <a:defRPr sz="1600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Photo or Drag &amp; Drop your Photo</a:t>
            </a:r>
            <a:endParaRPr lang="en-US" noProof="0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432122" y="405113"/>
            <a:ext cx="2522999" cy="233754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8" name="图片占位符 6"/>
          <p:cNvSpPr>
            <a:spLocks noGrp="1"/>
          </p:cNvSpPr>
          <p:nvPr>
            <p:ph type="pic" sz="quarter" idx="11"/>
          </p:nvPr>
        </p:nvSpPr>
        <p:spPr>
          <a:xfrm>
            <a:off x="3163748" y="405113"/>
            <a:ext cx="2522999" cy="233754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图片占位符 6"/>
          <p:cNvSpPr>
            <a:spLocks noGrp="1"/>
          </p:cNvSpPr>
          <p:nvPr>
            <p:ph type="pic" sz="quarter" idx="12"/>
          </p:nvPr>
        </p:nvSpPr>
        <p:spPr>
          <a:xfrm>
            <a:off x="432122" y="2928393"/>
            <a:ext cx="5254625" cy="352449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0" name="图片占位符 6"/>
          <p:cNvSpPr>
            <a:spLocks noGrp="1"/>
          </p:cNvSpPr>
          <p:nvPr>
            <p:ph type="pic" sz="quarter" idx="13"/>
          </p:nvPr>
        </p:nvSpPr>
        <p:spPr>
          <a:xfrm>
            <a:off x="8854632" y="394082"/>
            <a:ext cx="2905246" cy="6006719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48182" y="542196"/>
            <a:ext cx="3692866" cy="288680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8" name="图片占位符 6"/>
          <p:cNvSpPr>
            <a:spLocks noGrp="1"/>
          </p:cNvSpPr>
          <p:nvPr>
            <p:ph type="pic" sz="quarter" idx="11"/>
          </p:nvPr>
        </p:nvSpPr>
        <p:spPr>
          <a:xfrm>
            <a:off x="4510268" y="542197"/>
            <a:ext cx="3024851" cy="182841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图片占位符 6"/>
          <p:cNvSpPr>
            <a:spLocks noGrp="1"/>
          </p:cNvSpPr>
          <p:nvPr>
            <p:ph type="pic" sz="quarter" idx="12"/>
          </p:nvPr>
        </p:nvSpPr>
        <p:spPr>
          <a:xfrm>
            <a:off x="4510267" y="2509300"/>
            <a:ext cx="3024851" cy="182841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0" name="图片占位符 6"/>
          <p:cNvSpPr>
            <a:spLocks noGrp="1"/>
          </p:cNvSpPr>
          <p:nvPr>
            <p:ph type="pic" sz="quarter" idx="13"/>
          </p:nvPr>
        </p:nvSpPr>
        <p:spPr>
          <a:xfrm>
            <a:off x="4510267" y="4487385"/>
            <a:ext cx="3024851" cy="182841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1" name="图片占位符 6"/>
          <p:cNvSpPr>
            <a:spLocks noGrp="1"/>
          </p:cNvSpPr>
          <p:nvPr>
            <p:ph type="pic" sz="quarter" idx="14"/>
          </p:nvPr>
        </p:nvSpPr>
        <p:spPr>
          <a:xfrm>
            <a:off x="7704338" y="542197"/>
            <a:ext cx="3839480" cy="5773606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67159" y="207609"/>
            <a:ext cx="1805651" cy="161069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2" name="图片占位符 6"/>
          <p:cNvSpPr>
            <a:spLocks noGrp="1"/>
          </p:cNvSpPr>
          <p:nvPr>
            <p:ph type="pic" sz="quarter" idx="11"/>
          </p:nvPr>
        </p:nvSpPr>
        <p:spPr>
          <a:xfrm>
            <a:off x="2372811" y="207610"/>
            <a:ext cx="1805652" cy="322139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4" name="图片占位符 6"/>
          <p:cNvSpPr>
            <a:spLocks noGrp="1"/>
          </p:cNvSpPr>
          <p:nvPr>
            <p:ph type="pic" sz="quarter" idx="12"/>
          </p:nvPr>
        </p:nvSpPr>
        <p:spPr>
          <a:xfrm>
            <a:off x="567158" y="3399717"/>
            <a:ext cx="1805651" cy="161069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5" name="图片占位符 6"/>
          <p:cNvSpPr>
            <a:spLocks noGrp="1"/>
          </p:cNvSpPr>
          <p:nvPr>
            <p:ph type="pic" sz="quarter" idx="13"/>
          </p:nvPr>
        </p:nvSpPr>
        <p:spPr>
          <a:xfrm>
            <a:off x="567157" y="5010412"/>
            <a:ext cx="1805651" cy="161069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6" name="图片占位符 6"/>
          <p:cNvSpPr>
            <a:spLocks noGrp="1"/>
          </p:cNvSpPr>
          <p:nvPr>
            <p:ph type="pic" sz="quarter" idx="14"/>
          </p:nvPr>
        </p:nvSpPr>
        <p:spPr>
          <a:xfrm>
            <a:off x="4178463" y="3399717"/>
            <a:ext cx="1805651" cy="161069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7" name="图片占位符 6"/>
          <p:cNvSpPr>
            <a:spLocks noGrp="1"/>
          </p:cNvSpPr>
          <p:nvPr>
            <p:ph type="pic" sz="quarter" idx="15"/>
          </p:nvPr>
        </p:nvSpPr>
        <p:spPr>
          <a:xfrm>
            <a:off x="5984115" y="1789022"/>
            <a:ext cx="1805651" cy="322138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2372808" y="207608"/>
            <a:ext cx="1805651" cy="3221392"/>
          </a:xfrm>
          <a:prstGeom prst="rect">
            <a:avLst/>
          </a:prstGeom>
          <a:solidFill>
            <a:srgbClr val="B14149">
              <a:alpha val="7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 userDrawn="1"/>
        </p:nvSpPr>
        <p:spPr>
          <a:xfrm>
            <a:off x="5984108" y="1789019"/>
            <a:ext cx="1805651" cy="3221392"/>
          </a:xfrm>
          <a:prstGeom prst="rect">
            <a:avLst/>
          </a:prstGeom>
          <a:solidFill>
            <a:srgbClr val="B14149">
              <a:alpha val="7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567150" y="3399715"/>
            <a:ext cx="1805651" cy="1639980"/>
          </a:xfrm>
          <a:prstGeom prst="rect">
            <a:avLst/>
          </a:prstGeom>
          <a:solidFill>
            <a:srgbClr val="B14149">
              <a:alpha val="7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47700" y="949325"/>
            <a:ext cx="6783247" cy="3530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8" name="图片占位符 6"/>
          <p:cNvSpPr>
            <a:spLocks noGrp="1"/>
          </p:cNvSpPr>
          <p:nvPr>
            <p:ph type="pic" sz="quarter" idx="11"/>
          </p:nvPr>
        </p:nvSpPr>
        <p:spPr>
          <a:xfrm>
            <a:off x="7697166" y="949326"/>
            <a:ext cx="3847134" cy="165570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图片占位符 6"/>
          <p:cNvSpPr>
            <a:spLocks noGrp="1"/>
          </p:cNvSpPr>
          <p:nvPr>
            <p:ph type="pic" sz="quarter" idx="12"/>
          </p:nvPr>
        </p:nvSpPr>
        <p:spPr>
          <a:xfrm>
            <a:off x="7697166" y="2824223"/>
            <a:ext cx="3847133" cy="1655703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1354239" y="999763"/>
            <a:ext cx="9684152" cy="4858474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图片占位符 3"/>
          <p:cNvSpPr>
            <a:spLocks noGrp="1"/>
          </p:cNvSpPr>
          <p:nvPr>
            <p:ph type="pic" sz="quarter" idx="11"/>
          </p:nvPr>
        </p:nvSpPr>
        <p:spPr>
          <a:xfrm>
            <a:off x="1991428" y="1543905"/>
            <a:ext cx="3633868" cy="377019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8" name="图片占位符 7"/>
          <p:cNvSpPr>
            <a:spLocks noGrp="1"/>
          </p:cNvSpPr>
          <p:nvPr>
            <p:ph type="pic" sz="quarter" idx="11"/>
          </p:nvPr>
        </p:nvSpPr>
        <p:spPr>
          <a:xfrm>
            <a:off x="949325" y="1620838"/>
            <a:ext cx="6516688" cy="3159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7466013" y="1620838"/>
            <a:ext cx="3634109" cy="3159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图片占位符 8"/>
          <p:cNvSpPr>
            <a:spLocks noGrp="1"/>
          </p:cNvSpPr>
          <p:nvPr>
            <p:ph type="pic" sz="quarter" idx="10"/>
          </p:nvPr>
        </p:nvSpPr>
        <p:spPr>
          <a:xfrm>
            <a:off x="589584" y="616603"/>
            <a:ext cx="4294188" cy="2742697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0" name="图片占位符 8"/>
          <p:cNvSpPr>
            <a:spLocks noGrp="1"/>
          </p:cNvSpPr>
          <p:nvPr>
            <p:ph type="pic" sz="quarter" idx="11"/>
          </p:nvPr>
        </p:nvSpPr>
        <p:spPr>
          <a:xfrm>
            <a:off x="5034262" y="616603"/>
            <a:ext cx="2975418" cy="2742697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1" name="图片占位符 8"/>
          <p:cNvSpPr>
            <a:spLocks noGrp="1"/>
          </p:cNvSpPr>
          <p:nvPr>
            <p:ph type="pic" sz="quarter" idx="12"/>
          </p:nvPr>
        </p:nvSpPr>
        <p:spPr>
          <a:xfrm>
            <a:off x="5034262" y="3498700"/>
            <a:ext cx="2975418" cy="2742697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2" name="图片占位符 8"/>
          <p:cNvSpPr>
            <a:spLocks noGrp="1"/>
          </p:cNvSpPr>
          <p:nvPr>
            <p:ph type="pic" sz="quarter" idx="13"/>
          </p:nvPr>
        </p:nvSpPr>
        <p:spPr>
          <a:xfrm>
            <a:off x="8160170" y="616602"/>
            <a:ext cx="3333490" cy="5624795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占位符 8"/>
          <p:cNvSpPr>
            <a:spLocks noGrp="1"/>
          </p:cNvSpPr>
          <p:nvPr>
            <p:ph type="pic" sz="quarter" idx="11"/>
          </p:nvPr>
        </p:nvSpPr>
        <p:spPr>
          <a:xfrm>
            <a:off x="4849067" y="616603"/>
            <a:ext cx="2975418" cy="2639027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1" name="图片占位符 8"/>
          <p:cNvSpPr>
            <a:spLocks noGrp="1"/>
          </p:cNvSpPr>
          <p:nvPr>
            <p:ph type="pic" sz="quarter" idx="12"/>
          </p:nvPr>
        </p:nvSpPr>
        <p:spPr>
          <a:xfrm>
            <a:off x="4849067" y="3599727"/>
            <a:ext cx="2975418" cy="264167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2" name="图片占位符 8"/>
          <p:cNvSpPr>
            <a:spLocks noGrp="1"/>
          </p:cNvSpPr>
          <p:nvPr>
            <p:ph type="pic" sz="quarter" idx="13"/>
          </p:nvPr>
        </p:nvSpPr>
        <p:spPr>
          <a:xfrm>
            <a:off x="8160170" y="616602"/>
            <a:ext cx="3333490" cy="562479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图片占位符 8"/>
          <p:cNvSpPr>
            <a:spLocks noGrp="1"/>
          </p:cNvSpPr>
          <p:nvPr>
            <p:ph type="pic" sz="quarter" idx="14"/>
          </p:nvPr>
        </p:nvSpPr>
        <p:spPr>
          <a:xfrm>
            <a:off x="1537964" y="619246"/>
            <a:ext cx="2975418" cy="2639027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图片占位符 8"/>
          <p:cNvSpPr>
            <a:spLocks noGrp="1"/>
          </p:cNvSpPr>
          <p:nvPr>
            <p:ph type="pic" sz="quarter" idx="15"/>
          </p:nvPr>
        </p:nvSpPr>
        <p:spPr>
          <a:xfrm>
            <a:off x="1537964" y="3599727"/>
            <a:ext cx="2975418" cy="2644313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占位符 8"/>
          <p:cNvSpPr>
            <a:spLocks noGrp="1"/>
          </p:cNvSpPr>
          <p:nvPr>
            <p:ph type="pic" sz="quarter" idx="11"/>
          </p:nvPr>
        </p:nvSpPr>
        <p:spPr>
          <a:xfrm>
            <a:off x="4849067" y="616603"/>
            <a:ext cx="2975418" cy="195033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1" name="图片占位符 8"/>
          <p:cNvSpPr>
            <a:spLocks noGrp="1"/>
          </p:cNvSpPr>
          <p:nvPr>
            <p:ph type="pic" sz="quarter" idx="12"/>
          </p:nvPr>
        </p:nvSpPr>
        <p:spPr>
          <a:xfrm>
            <a:off x="4849067" y="4291061"/>
            <a:ext cx="2975418" cy="1950336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2" name="图片占位符 8"/>
          <p:cNvSpPr>
            <a:spLocks noGrp="1"/>
          </p:cNvSpPr>
          <p:nvPr>
            <p:ph type="pic" sz="quarter" idx="13"/>
          </p:nvPr>
        </p:nvSpPr>
        <p:spPr>
          <a:xfrm>
            <a:off x="8160170" y="616602"/>
            <a:ext cx="3333490" cy="562479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图片占位符 8"/>
          <p:cNvSpPr>
            <a:spLocks noGrp="1"/>
          </p:cNvSpPr>
          <p:nvPr>
            <p:ph type="pic" sz="quarter" idx="14"/>
          </p:nvPr>
        </p:nvSpPr>
        <p:spPr>
          <a:xfrm>
            <a:off x="1537964" y="619247"/>
            <a:ext cx="2975418" cy="195033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图片占位符 8"/>
          <p:cNvSpPr>
            <a:spLocks noGrp="1"/>
          </p:cNvSpPr>
          <p:nvPr>
            <p:ph type="pic" sz="quarter" idx="15"/>
          </p:nvPr>
        </p:nvSpPr>
        <p:spPr>
          <a:xfrm>
            <a:off x="1537964" y="2789499"/>
            <a:ext cx="2975418" cy="3454541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占位符 8"/>
          <p:cNvSpPr>
            <a:spLocks noGrp="1"/>
          </p:cNvSpPr>
          <p:nvPr>
            <p:ph type="pic" sz="quarter" idx="11"/>
          </p:nvPr>
        </p:nvSpPr>
        <p:spPr>
          <a:xfrm>
            <a:off x="5289630" y="1388962"/>
            <a:ext cx="3368250" cy="4305782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2" name="图片占位符 8"/>
          <p:cNvSpPr>
            <a:spLocks noGrp="1"/>
          </p:cNvSpPr>
          <p:nvPr>
            <p:ph type="pic" sz="quarter" idx="13"/>
          </p:nvPr>
        </p:nvSpPr>
        <p:spPr>
          <a:xfrm>
            <a:off x="7349924" y="706056"/>
            <a:ext cx="4143736" cy="5535341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占位符 6"/>
          <p:cNvSpPr>
            <a:spLocks noGrp="1"/>
          </p:cNvSpPr>
          <p:nvPr>
            <p:ph type="pic" sz="quarter" idx="13"/>
          </p:nvPr>
        </p:nvSpPr>
        <p:spPr>
          <a:xfrm>
            <a:off x="729083" y="4292549"/>
            <a:ext cx="3414873" cy="2166937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1" name="图片占位符 6"/>
          <p:cNvSpPr>
            <a:spLocks noGrp="1"/>
          </p:cNvSpPr>
          <p:nvPr>
            <p:ph type="pic" sz="quarter" idx="14"/>
          </p:nvPr>
        </p:nvSpPr>
        <p:spPr>
          <a:xfrm>
            <a:off x="4375571" y="4292549"/>
            <a:ext cx="3414873" cy="2166937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2" name="图片占位符 6"/>
          <p:cNvSpPr>
            <a:spLocks noGrp="1"/>
          </p:cNvSpPr>
          <p:nvPr>
            <p:ph type="pic" sz="quarter" idx="15"/>
          </p:nvPr>
        </p:nvSpPr>
        <p:spPr>
          <a:xfrm>
            <a:off x="8022059" y="4292548"/>
            <a:ext cx="3414873" cy="2166937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3" name="图片占位符 6"/>
          <p:cNvSpPr>
            <a:spLocks noGrp="1"/>
          </p:cNvSpPr>
          <p:nvPr>
            <p:ph type="pic" sz="quarter" idx="16"/>
          </p:nvPr>
        </p:nvSpPr>
        <p:spPr>
          <a:xfrm>
            <a:off x="729083" y="1944970"/>
            <a:ext cx="3414873" cy="2166937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4" name="图片占位符 6"/>
          <p:cNvSpPr>
            <a:spLocks noGrp="1"/>
          </p:cNvSpPr>
          <p:nvPr>
            <p:ph type="pic" sz="quarter" idx="17"/>
          </p:nvPr>
        </p:nvSpPr>
        <p:spPr>
          <a:xfrm>
            <a:off x="4375571" y="1944970"/>
            <a:ext cx="3414873" cy="2166937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5" name="图片占位符 6"/>
          <p:cNvSpPr>
            <a:spLocks noGrp="1"/>
          </p:cNvSpPr>
          <p:nvPr>
            <p:ph type="pic" sz="quarter" idx="18"/>
          </p:nvPr>
        </p:nvSpPr>
        <p:spPr>
          <a:xfrm>
            <a:off x="8022059" y="1944969"/>
            <a:ext cx="3414873" cy="2166937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2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1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1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</p:bldLst>
  </p:timing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2CC75-8280-4D50-8556-C2874ADEF92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90E77-D57C-49F8-ADC2-FB99C50EBC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2CC75-8280-4D50-8556-C2874ADEF92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90E77-D57C-49F8-ADC2-FB99C50EBC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2CC75-8280-4D50-8556-C2874ADEF92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90E77-D57C-49F8-ADC2-FB99C50EBC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2CC75-8280-4D50-8556-C2874ADEF92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90E77-D57C-49F8-ADC2-FB99C50EBC2E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4218317" y="2286000"/>
            <a:ext cx="3027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www.tukuppt.com </a:t>
            </a:r>
            <a:r>
              <a:rPr lang="zh-CN" altLang="en-US" dirty="0">
                <a:solidFill>
                  <a:schemeClr val="bg1"/>
                </a:solidFill>
              </a:rPr>
              <a:t>熊猫办公 高效办公在熊猫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4218316" y="3678129"/>
            <a:ext cx="5503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该作品版权为熊猫办公所有，请勿盗版，否则我们将按照</a:t>
            </a:r>
            <a:r>
              <a:rPr lang="en-US" altLang="zh-CN" dirty="0">
                <a:solidFill>
                  <a:schemeClr val="bg1"/>
                </a:solidFill>
                <a:effectLst/>
              </a:rPr>
              <a:t>《</a:t>
            </a:r>
            <a:r>
              <a:rPr lang="zh-CN" altLang="en-US" dirty="0">
                <a:solidFill>
                  <a:schemeClr val="bg1"/>
                </a:solidFill>
                <a:effectLst/>
              </a:rPr>
              <a:t>中华人民共和国著作权法</a:t>
            </a:r>
            <a:r>
              <a:rPr lang="en-US" altLang="zh-CN" dirty="0">
                <a:solidFill>
                  <a:schemeClr val="bg1"/>
                </a:solidFill>
                <a:effectLst/>
              </a:rPr>
              <a:t>》</a:t>
            </a:r>
            <a:r>
              <a:rPr lang="zh-CN" altLang="en-US" dirty="0">
                <a:solidFill>
                  <a:schemeClr val="bg1"/>
                </a:solidFill>
                <a:effectLst/>
              </a:rPr>
              <a:t>进行维权工作。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2656115" y="827314"/>
            <a:ext cx="8599488" cy="3690938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sz="quarter" idx="10"/>
          </p:nvPr>
        </p:nvSpPr>
        <p:spPr>
          <a:xfrm>
            <a:off x="3192086" y="-182880"/>
            <a:ext cx="5621075" cy="5452110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2" Type="http://schemas.openxmlformats.org/officeDocument/2006/relationships/theme" Target="../theme/theme1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" Type="http://schemas.openxmlformats.org/officeDocument/2006/relationships/slideLayout" Target="../slideLayouts/slideLayout5.xml"/><Relationship Id="rId49" Type="http://schemas.openxmlformats.org/officeDocument/2006/relationships/slideLayout" Target="../slideLayouts/slideLayout4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4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A2CC75-8280-4D50-8556-C2874ADEF92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190E77-D57C-49F8-ADC2-FB99C50EBC2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0.xml"/><Relationship Id="rId2" Type="http://schemas.openxmlformats.org/officeDocument/2006/relationships/themeOverride" Target="../theme/themeOverride1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0.xml"/><Relationship Id="rId3" Type="http://schemas.openxmlformats.org/officeDocument/2006/relationships/tags" Target="../tags/tag2.xml"/><Relationship Id="rId2" Type="http://schemas.microsoft.com/office/2007/relationships/hdphoto" Target="../media/image2.wdp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themeOverride" Target="../theme/themeOverride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15.png"/><Relationship Id="rId3" Type="http://schemas.openxmlformats.org/officeDocument/2006/relationships/image" Target="../media/image14.jpeg"/><Relationship Id="rId2" Type="http://schemas.microsoft.com/office/2007/relationships/hdphoto" Target="../media/image13.wdp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0.png"/><Relationship Id="rId2" Type="http://schemas.microsoft.com/office/2007/relationships/hdphoto" Target="../media/image19.wdp"/><Relationship Id="rId1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1.xml"/><Relationship Id="rId3" Type="http://schemas.openxmlformats.org/officeDocument/2006/relationships/image" Target="../media/image23.png"/><Relationship Id="rId2" Type="http://schemas.microsoft.com/office/2007/relationships/hdphoto" Target="../media/image22.wdp"/><Relationship Id="rId1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hyperlink" Target="https://www.kaggle.com/" TargetMode="External"/><Relationship Id="rId4" Type="http://schemas.openxmlformats.org/officeDocument/2006/relationships/hyperlink" Target="https://www.imdb.com/it/" TargetMode="External"/><Relationship Id="rId3" Type="http://schemas.openxmlformats.org/officeDocument/2006/relationships/hyperlink" Target="https://www.the-numbers.com/movie/budgets/all" TargetMode="External"/><Relationship Id="rId2" Type="http://schemas.openxmlformats.org/officeDocument/2006/relationships/hyperlink" Target="https://www.boxofficemojo.com/year/world/2025/" TargetMode="External"/><Relationship Id="rId1" Type="http://schemas.openxmlformats.org/officeDocument/2006/relationships/image" Target="../media/image25.jpe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hemeOverride" Target="../theme/themeOverride3.xml"/><Relationship Id="rId2" Type="http://schemas.microsoft.com/office/2007/relationships/hdphoto" Target="../media/image2.wdp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/>
          <p:cNvSpPr/>
          <p:nvPr>
            <p:custDataLst>
              <p:tags r:id="rId1"/>
            </p:custDataLst>
          </p:nvPr>
        </p:nvSpPr>
        <p:spPr>
          <a:xfrm>
            <a:off x="6241987" y="1628697"/>
            <a:ext cx="5088007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it-IT" altLang="zh-CN" sz="3200" b="1" spc="600" dirty="0">
                <a:latin typeface="Britannic Bold" panose="020B0903060703020204" pitchFamily="34" charset="0"/>
                <a:ea typeface="思源黑体 CN Bold" panose="020B0800000000000000" pitchFamily="34" charset="-122"/>
              </a:rPr>
              <a:t>Visualizzazione Scientifica dei dati dei Top 10 incassi cinematografici del 2025</a:t>
            </a:r>
            <a:endParaRPr lang="it-IT" altLang="zh-CN" sz="3200" b="1" spc="600" dirty="0">
              <a:latin typeface="Britannic Bold" panose="020B0903060703020204" pitchFamily="34" charset="0"/>
              <a:ea typeface="思源黑体 CN Bold" panose="020B0800000000000000" pitchFamily="34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487043" y="402694"/>
            <a:ext cx="11217914" cy="6052612"/>
          </a:xfrm>
          <a:prstGeom prst="rect">
            <a:avLst/>
          </a:prstGeom>
          <a:noFill/>
          <a:ln w="38100">
            <a:solidFill>
              <a:schemeClr val="accent6">
                <a:lumMod val="50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200" dirty="0">
              <a:solidFill>
                <a:schemeClr val="accent6">
                  <a:lumMod val="50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591134" y="945127"/>
            <a:ext cx="1746727" cy="157777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200" dirty="0">
              <a:solidFill>
                <a:schemeClr val="accent6">
                  <a:lumMod val="50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784" r="38372" b="9215"/>
          <a:stretch>
            <a:fillRect/>
          </a:stretch>
        </p:blipFill>
        <p:spPr>
          <a:xfrm>
            <a:off x="1012330" y="0"/>
            <a:ext cx="4854694" cy="6858000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9583903" y="6034522"/>
            <a:ext cx="1746727" cy="157777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200" dirty="0">
              <a:solidFill>
                <a:schemeClr val="accent6">
                  <a:lumMod val="50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464874" y="4759276"/>
            <a:ext cx="286512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en-US" altLang="zh-CN" sz="1600" i="1" dirty="0">
              <a:latin typeface="Aa锐智体" panose="00020600040101010101" pitchFamily="18" charset="-122"/>
              <a:ea typeface="Aa锐智体" panose="00020600040101010101" pitchFamily="18" charset="-122"/>
            </a:endParaRPr>
          </a:p>
          <a:p>
            <a:pPr algn="r"/>
            <a:r>
              <a:rPr lang="en-US" altLang="zh-CN" sz="1600" i="1" dirty="0">
                <a:latin typeface="Aa锐智体" panose="00020600040101010101" pitchFamily="18" charset="-122"/>
                <a:ea typeface="Aa锐智体" panose="00020600040101010101" pitchFamily="18" charset="-122"/>
              </a:rPr>
              <a:t>Giovanna Zhu 32215A</a:t>
            </a:r>
            <a:endParaRPr lang="en-US" altLang="zh-CN" sz="1600" i="1" dirty="0">
              <a:latin typeface="Aa锐智体" panose="00020600040101010101" pitchFamily="18" charset="-122"/>
              <a:ea typeface="Aa锐智体" panose="00020600040101010101" pitchFamily="18" charset="-122"/>
            </a:endParaRPr>
          </a:p>
          <a:p>
            <a:pPr algn="r"/>
            <a:r>
              <a:rPr lang="en-US" altLang="zh-CN" sz="1600" i="1" dirty="0">
                <a:latin typeface="Aa锐智体" panose="00020600040101010101" pitchFamily="18" charset="-122"/>
                <a:ea typeface="Aa锐智体" panose="00020600040101010101" pitchFamily="18" charset="-122"/>
              </a:rPr>
              <a:t>Huiyin Cheng 43221A</a:t>
            </a:r>
            <a:endParaRPr lang="en-US" altLang="zh-CN" sz="1600" i="1" dirty="0">
              <a:latin typeface="Aa锐智体" panose="00020600040101010101" pitchFamily="18" charset="-122"/>
              <a:ea typeface="Aa锐智体" panose="00020600040101010101" pitchFamily="18" charset="-122"/>
            </a:endParaRPr>
          </a:p>
          <a:p>
            <a:pPr algn="r"/>
            <a:r>
              <a:rPr lang="en-US" altLang="zh-CN" sz="1600" i="1" dirty="0">
                <a:latin typeface="Aa锐智体" panose="00020600040101010101" pitchFamily="18" charset="-122"/>
                <a:ea typeface="Aa锐智体" panose="00020600040101010101" pitchFamily="18" charset="-122"/>
              </a:rPr>
              <a:t>Maria Jiali Shi 29003A</a:t>
            </a:r>
            <a:endParaRPr lang="zh-CN" altLang="en-US" sz="1600" i="1" dirty="0">
              <a:latin typeface="Aa锐智体" panose="00020600040101010101" pitchFamily="18" charset="-122"/>
              <a:ea typeface="Aa锐智体" panose="00020600040101010101" pitchFamily="18" charset="-122"/>
            </a:endParaRPr>
          </a:p>
          <a:p>
            <a:pPr algn="r"/>
            <a:endParaRPr lang="zh-CN" altLang="en-US" sz="1600" i="1" dirty="0">
              <a:latin typeface="Aa锐智体" panose="00020600040101010101" pitchFamily="18" charset="-122"/>
              <a:ea typeface="Aa锐智体" panose="00020600040101010101" pitchFamily="18" charset="-122"/>
            </a:endParaRPr>
          </a:p>
          <a:p>
            <a:pPr algn="r"/>
            <a:endParaRPr lang="en-US" altLang="zh-CN" sz="1600" i="1" dirty="0">
              <a:latin typeface="Aa锐智体" panose="00020600040101010101" pitchFamily="18" charset="-122"/>
              <a:ea typeface="Aa锐智体" panose="00020600040101010101" pitchFamily="18" charset="-122"/>
            </a:endParaRPr>
          </a:p>
          <a:p>
            <a:pPr algn="r"/>
            <a:endParaRPr lang="zh-CN" altLang="en-US" sz="1600" i="1" dirty="0">
              <a:latin typeface="Aa锐智体" panose="00020600040101010101" pitchFamily="18" charset="-122"/>
              <a:ea typeface="Aa锐智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3907952" y="0"/>
            <a:ext cx="278735" cy="68580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5817618" y="1012954"/>
            <a:ext cx="4980318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altLang="zh-CN" sz="2800" b="1" dirty="0">
                <a:solidFill>
                  <a:srgbClr val="633308"/>
                </a:solidFill>
              </a:rPr>
              <a:t>Il cinema non è solo intrattenimento, ma anche espressione di cultura, epoca ed emozioni del pubblico. Questa presentazione prende come riferimento i dieci film con il maggiore incasso globale nel 2025, per mostrare caratteristiche e tendenze del cinema contemporaneo.</a:t>
            </a:r>
            <a:endParaRPr lang="zh-CN" altLang="en-US" sz="2800" b="1" dirty="0">
              <a:solidFill>
                <a:srgbClr val="633308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pic>
        <p:nvPicPr>
          <p:cNvPr id="4" name="图片占位符 3"/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34" r="37934"/>
          <a:stretch>
            <a:fillRect/>
          </a:stretch>
        </p:blipFill>
        <p:spPr>
          <a:xfrm>
            <a:off x="0" y="0"/>
            <a:ext cx="3963780" cy="6858000"/>
          </a:xfr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0612" t="15625" r="16209"/>
          <a:stretch>
            <a:fillRect/>
          </a:stretch>
        </p:blipFill>
        <p:spPr>
          <a:xfrm>
            <a:off x="448329" y="358140"/>
            <a:ext cx="5806345" cy="614172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8386515" y="845085"/>
            <a:ext cx="1773242" cy="50638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6762345" y="1180887"/>
            <a:ext cx="502158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zh-CN" sz="2800" spc="300" dirty="0">
                <a:solidFill>
                  <a:schemeClr val="accent6">
                    <a:lumMod val="5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Top 10 Film per Incasso Globale nel 2025</a:t>
            </a:r>
            <a:endParaRPr lang="zh-CN" altLang="en-US" sz="2800" spc="300" dirty="0">
              <a:solidFill>
                <a:schemeClr val="accent6">
                  <a:lumMod val="50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6978617" y="2746292"/>
          <a:ext cx="4589036" cy="3224120"/>
        </p:xfrm>
        <a:graphic>
          <a:graphicData uri="http://schemas.openxmlformats.org/drawingml/2006/table">
            <a:tbl>
              <a:tblPr/>
              <a:tblGrid>
                <a:gridCol w="1040812"/>
                <a:gridCol w="3548224"/>
              </a:tblGrid>
              <a:tr h="3224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1</a:t>
                      </a:r>
                      <a:endParaRPr lang="en-US" altLang="zh-CN" sz="1100" b="1" i="0" u="none" strike="noStrike">
                        <a:solidFill>
                          <a:srgbClr val="000000"/>
                        </a:solidFill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 Ne Zha 2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24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2</a:t>
                      </a:r>
                      <a:endParaRPr lang="en-US" altLang="zh-CN" sz="1100" b="1" i="0" u="none" strike="noStrike">
                        <a:solidFill>
                          <a:srgbClr val="000000"/>
                        </a:solidFill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 Zootopia 2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24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3</a:t>
                      </a:r>
                      <a:endParaRPr lang="en-US" altLang="zh-CN" sz="1100" b="1" i="0" u="none" strike="noStrike">
                        <a:solidFill>
                          <a:srgbClr val="000000"/>
                        </a:solidFill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 Avatar: Fire and Ash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24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4</a:t>
                      </a:r>
                      <a:endParaRPr lang="en-US" altLang="zh-CN" sz="1100" b="1" i="0" u="none" strike="noStrike">
                        <a:solidFill>
                          <a:srgbClr val="000000"/>
                        </a:solidFill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 Lilo &amp; Stitch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24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5</a:t>
                      </a:r>
                      <a:endParaRPr lang="en-US" altLang="zh-CN" sz="1100" b="1" i="0" u="none" strike="noStrike">
                        <a:solidFill>
                          <a:srgbClr val="000000"/>
                        </a:solidFill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 A Minecraft Movie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24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6</a:t>
                      </a:r>
                      <a:endParaRPr lang="en-US" altLang="zh-CN" sz="1100" b="1" i="0" u="none" strike="noStrike">
                        <a:solidFill>
                          <a:srgbClr val="000000"/>
                        </a:solidFill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 Jurassic World: Rebirth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24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7</a:t>
                      </a:r>
                      <a:endParaRPr lang="en-US" altLang="zh-CN" sz="1100" b="1" i="0" u="none" strike="noStrike">
                        <a:solidFill>
                          <a:srgbClr val="000000"/>
                        </a:solidFill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 Demon Slayer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24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8</a:t>
                      </a:r>
                      <a:endParaRPr lang="en-US" altLang="zh-CN" sz="1100" b="1" i="0" u="none" strike="noStrike">
                        <a:solidFill>
                          <a:srgbClr val="000000"/>
                        </a:solidFill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 How to Train Your Dragon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24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9</a:t>
                      </a:r>
                      <a:endParaRPr lang="en-US" altLang="zh-CN" sz="1100" b="1" i="0" u="none" strike="noStrike">
                        <a:solidFill>
                          <a:srgbClr val="000000"/>
                        </a:solidFill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 F1: The Movie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24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10</a:t>
                      </a:r>
                      <a:endParaRPr lang="en-US" altLang="zh-CN" sz="1100" b="1" i="0" u="none" strike="noStrike">
                        <a:solidFill>
                          <a:srgbClr val="000000"/>
                        </a:solidFill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 Superman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1663018" y="317784"/>
            <a:ext cx="76206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spc="300" dirty="0">
                <a:solidFill>
                  <a:schemeClr val="accent6">
                    <a:lumMod val="5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Generi </a:t>
            </a:r>
            <a:r>
              <a:rPr lang="en-US" altLang="zh-CN" sz="3200" spc="300" dirty="0" err="1">
                <a:solidFill>
                  <a:schemeClr val="accent6">
                    <a:lumMod val="5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Cinematografici</a:t>
            </a:r>
            <a:endParaRPr lang="zh-CN" altLang="en-US" sz="3200" spc="300" dirty="0">
              <a:solidFill>
                <a:schemeClr val="accent6">
                  <a:lumMod val="50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689891" y="-471457"/>
            <a:ext cx="411381" cy="185933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88336" y="3044036"/>
            <a:ext cx="5281891" cy="2770950"/>
          </a:xfrm>
          <a:prstGeom prst="rect">
            <a:avLst/>
          </a:prstGeom>
        </p:spPr>
      </p:pic>
      <p:pic>
        <p:nvPicPr>
          <p:cNvPr id="14" name="图片 13" descr="一些文字和图案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968" y="1744690"/>
            <a:ext cx="6233583" cy="42227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表格&#10;&#10;AI 生成的内容可能不正确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24403" y="1132113"/>
            <a:ext cx="7857139" cy="5243641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520916" y="237956"/>
            <a:ext cx="762069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spc="300" dirty="0">
                <a:solidFill>
                  <a:schemeClr val="accent6">
                    <a:lumMod val="5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In </a:t>
            </a:r>
            <a:r>
              <a:rPr lang="en-US" altLang="zh-CN" sz="3200" spc="300" dirty="0" err="1">
                <a:solidFill>
                  <a:schemeClr val="accent6">
                    <a:lumMod val="5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cassi</a:t>
            </a:r>
            <a:r>
              <a:rPr lang="en-US" altLang="zh-CN" sz="3200" spc="300" dirty="0">
                <a:solidFill>
                  <a:schemeClr val="accent6">
                    <a:lumMod val="5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 di </a:t>
            </a:r>
            <a:r>
              <a:rPr lang="en-US" altLang="zh-CN" sz="3200" spc="300" dirty="0" err="1">
                <a:solidFill>
                  <a:schemeClr val="accent6">
                    <a:lumMod val="5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Apertuna</a:t>
            </a:r>
            <a:r>
              <a:rPr lang="en-US" altLang="zh-CN" sz="3200" spc="300" dirty="0">
                <a:solidFill>
                  <a:schemeClr val="accent6">
                    <a:lumMod val="5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 </a:t>
            </a:r>
            <a:r>
              <a:rPr lang="en-US" altLang="zh-CN" sz="3200" spc="300" dirty="0" err="1">
                <a:solidFill>
                  <a:schemeClr val="accent6">
                    <a:lumMod val="5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dei</a:t>
            </a:r>
            <a:r>
              <a:rPr lang="en-US" altLang="zh-CN" sz="3200" spc="300" dirty="0">
                <a:solidFill>
                  <a:schemeClr val="accent6">
                    <a:lumMod val="5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 Film per </a:t>
            </a:r>
            <a:r>
              <a:rPr lang="en-US" altLang="zh-CN" sz="3200" spc="300" dirty="0" err="1">
                <a:solidFill>
                  <a:schemeClr val="accent6">
                    <a:lumMod val="5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Nazione</a:t>
            </a:r>
            <a:endParaRPr lang="zh-CN" altLang="en-US" sz="3200" spc="300" dirty="0">
              <a:solidFill>
                <a:schemeClr val="accent6">
                  <a:lumMod val="50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89891" y="-471457"/>
            <a:ext cx="411381" cy="185933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表, 直方图&#10;&#10;AI 生成的内容可能不正确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333" y="1209952"/>
            <a:ext cx="10933333" cy="443809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 rot="7950390">
            <a:off x="11645226" y="-550304"/>
            <a:ext cx="411381" cy="185933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971210" y="205259"/>
            <a:ext cx="112628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altLang="zh-CN" sz="2400" spc="300" dirty="0">
                <a:solidFill>
                  <a:schemeClr val="accent6">
                    <a:lumMod val="5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Incassi cinematografici nei diversi mercati internazionali</a:t>
            </a:r>
            <a:endParaRPr lang="zh-CN" altLang="en-US" sz="2400" spc="300" dirty="0">
              <a:solidFill>
                <a:schemeClr val="accent6">
                  <a:lumMod val="50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pic>
        <p:nvPicPr>
          <p:cNvPr id="10" name="图片 9" descr="表格&#10;&#10;AI 生成的内容可能不正确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75446" y="3172640"/>
            <a:ext cx="6372411" cy="3480101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13"/>
          <a:stretch>
            <a:fillRect/>
          </a:stretch>
        </p:blipFill>
        <p:spPr>
          <a:xfrm>
            <a:off x="169877" y="877323"/>
            <a:ext cx="6432753" cy="3446801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0479" y="0"/>
            <a:ext cx="12106582" cy="6858000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 rot="2817588">
            <a:off x="207791" y="-580315"/>
            <a:ext cx="411381" cy="185933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表, 条形图&#10;&#10;AI 生成的内容可能不正确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143" y="400428"/>
            <a:ext cx="11085714" cy="6057143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 rot="2817588">
            <a:off x="207791" y="-580315"/>
            <a:ext cx="411381" cy="185933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7810500" y="0"/>
            <a:ext cx="4403270" cy="68580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spAutoFit/>
          </a:bodyPr>
          <a:lstStyle/>
          <a:p>
            <a:pPr algn="ctr"/>
            <a:endParaRPr lang="zh-CN" altLang="en-US" sz="3600" dirty="0">
              <a:solidFill>
                <a:schemeClr val="accent6">
                  <a:lumMod val="50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pic>
        <p:nvPicPr>
          <p:cNvPr id="12" name="图片占位符 11"/>
          <p:cNvPicPr>
            <a:picLocks noGrp="1" noChangeAspect="1"/>
          </p:cNvPicPr>
          <p:nvPr>
            <p:ph type="pic" sz="quarter" idx="14"/>
          </p:nvPr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93" r="2193"/>
          <a:stretch>
            <a:fillRect/>
          </a:stretch>
        </p:blipFill>
        <p:spPr>
          <a:xfrm flipH="1">
            <a:off x="9535875" y="-1340679"/>
            <a:ext cx="2393737" cy="3751330"/>
          </a:xfrm>
        </p:spPr>
      </p:pic>
      <p:pic>
        <p:nvPicPr>
          <p:cNvPr id="10" name="图片占位符 9"/>
          <p:cNvPicPr>
            <a:picLocks noGrp="1" noChangeAspect="1"/>
          </p:cNvPicPr>
          <p:nvPr>
            <p:ph type="pic" sz="quarter"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78" r="4778"/>
          <a:stretch>
            <a:fillRect/>
          </a:stretch>
        </p:blipFill>
        <p:spPr>
          <a:xfrm>
            <a:off x="6363697" y="413349"/>
            <a:ext cx="1924297" cy="3015649"/>
          </a:xfrm>
        </p:spPr>
      </p:pic>
      <p:sp>
        <p:nvSpPr>
          <p:cNvPr id="2" name="文本框 1"/>
          <p:cNvSpPr txBox="1"/>
          <p:nvPr/>
        </p:nvSpPr>
        <p:spPr>
          <a:xfrm>
            <a:off x="8287994" y="3428998"/>
            <a:ext cx="3657263" cy="2957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it-IT" altLang="zh-CN" b="1" dirty="0">
                <a:solidFill>
                  <a:schemeClr val="bg1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possiamo osservare che i film con molte celle scure (tanti biglietti venduti) sono quelli con incassi più alti quindi </a:t>
            </a:r>
            <a:r>
              <a:rPr lang="it-IT" altLang="zh-CN" b="1" dirty="0" err="1">
                <a:solidFill>
                  <a:schemeClr val="bg1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rank</a:t>
            </a:r>
            <a:r>
              <a:rPr lang="it-IT" altLang="zh-CN" b="1" dirty="0">
                <a:solidFill>
                  <a:schemeClr val="bg1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 migliore, i film con celle chiare hanno venduto poco quindi </a:t>
            </a:r>
            <a:r>
              <a:rPr lang="it-IT" altLang="zh-CN" b="1" dirty="0" err="1">
                <a:solidFill>
                  <a:schemeClr val="bg1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rank</a:t>
            </a:r>
            <a:r>
              <a:rPr lang="it-IT" altLang="zh-CN" b="1" dirty="0">
                <a:solidFill>
                  <a:schemeClr val="bg1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 basso.</a:t>
            </a:r>
            <a:endParaRPr lang="zh-CN" altLang="en-US" b="1" dirty="0">
              <a:solidFill>
                <a:schemeClr val="bg1"/>
              </a:solidFill>
              <a:latin typeface="思源黑体 CN ExtraLight" panose="020B0200000000000000" pitchFamily="34" charset="-122"/>
              <a:ea typeface="思源黑体 CN ExtraLight" panose="020B0200000000000000" pitchFamily="3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575" y="1574606"/>
            <a:ext cx="4571999" cy="505105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441452" y="232344"/>
            <a:ext cx="117505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spc="300" dirty="0" err="1">
                <a:solidFill>
                  <a:schemeClr val="accent6">
                    <a:lumMod val="5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Analisi</a:t>
            </a:r>
            <a:r>
              <a:rPr lang="en-US" altLang="zh-CN" sz="2800" spc="300" dirty="0">
                <a:solidFill>
                  <a:schemeClr val="accent6">
                    <a:lumMod val="5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 </a:t>
            </a:r>
            <a:r>
              <a:rPr lang="en-US" altLang="zh-CN" sz="2800" spc="300" dirty="0" err="1">
                <a:solidFill>
                  <a:schemeClr val="accent6">
                    <a:lumMod val="5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causalità</a:t>
            </a:r>
            <a:r>
              <a:rPr lang="en-US" altLang="zh-CN" sz="2800" spc="300" dirty="0">
                <a:solidFill>
                  <a:schemeClr val="accent6">
                    <a:lumMod val="5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 </a:t>
            </a:r>
            <a:endParaRPr lang="en-US" altLang="zh-CN" sz="2800" spc="300" dirty="0">
              <a:solidFill>
                <a:schemeClr val="accent6">
                  <a:lumMod val="50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  <a:p>
            <a:r>
              <a:rPr lang="en-US" altLang="zh-CN" sz="2800" spc="300" dirty="0">
                <a:solidFill>
                  <a:schemeClr val="accent6">
                    <a:lumMod val="5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rank-</a:t>
            </a:r>
            <a:r>
              <a:rPr lang="en-US" altLang="zh-CN" sz="2800" spc="300" dirty="0" err="1">
                <a:solidFill>
                  <a:schemeClr val="accent6">
                    <a:lumMod val="5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biglietti</a:t>
            </a:r>
            <a:r>
              <a:rPr lang="en-US" altLang="zh-CN" sz="2800" spc="300" dirty="0">
                <a:solidFill>
                  <a:schemeClr val="accent6">
                    <a:lumMod val="5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 </a:t>
            </a:r>
            <a:r>
              <a:rPr lang="en-US" altLang="zh-CN" sz="2800" spc="300" dirty="0" err="1">
                <a:solidFill>
                  <a:schemeClr val="accent6">
                    <a:lumMod val="5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stimati</a:t>
            </a:r>
            <a:endParaRPr lang="zh-CN" altLang="en-US" sz="2800" spc="300" dirty="0">
              <a:solidFill>
                <a:schemeClr val="accent6">
                  <a:lumMod val="50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511302" y="1237982"/>
            <a:ext cx="1969477" cy="45719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spAutoFit/>
          </a:bodyPr>
          <a:lstStyle/>
          <a:p>
            <a:pPr algn="ctr"/>
            <a:endParaRPr lang="zh-CN" altLang="en-US" sz="3600" dirty="0">
              <a:solidFill>
                <a:schemeClr val="accent6">
                  <a:lumMod val="50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/>
          <p:cNvSpPr/>
          <p:nvPr/>
        </p:nvSpPr>
        <p:spPr>
          <a:xfrm>
            <a:off x="-1125251" y="-4626330"/>
            <a:ext cx="486030" cy="4996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</a:t>
            </a:r>
            <a:endParaRPr lang="zh-CN" alt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-1125251" y="-3254730"/>
            <a:ext cx="410690" cy="4996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</a:t>
            </a:r>
            <a:endParaRPr lang="zh-CN" alt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-27813000" y="-24612600"/>
            <a:ext cx="2133600" cy="12954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spAutoFit/>
          </a:bodyPr>
          <a:lstStyle/>
          <a:p>
            <a:pPr algn="ctr"/>
            <a:endParaRPr lang="zh-CN" altLang="en-US" sz="3600" dirty="0">
              <a:solidFill>
                <a:schemeClr val="accent6">
                  <a:lumMod val="50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36804600" y="-23964900"/>
            <a:ext cx="2133600" cy="12954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spAutoFit/>
          </a:bodyPr>
          <a:lstStyle/>
          <a:p>
            <a:pPr algn="ctr"/>
            <a:endParaRPr lang="zh-CN" altLang="en-US" sz="3600" dirty="0">
              <a:solidFill>
                <a:schemeClr val="accent6">
                  <a:lumMod val="50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-26746200" y="30746700"/>
            <a:ext cx="2133600" cy="12954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spAutoFit/>
          </a:bodyPr>
          <a:lstStyle/>
          <a:p>
            <a:pPr algn="ctr"/>
            <a:endParaRPr lang="zh-CN" altLang="en-US" sz="3600" dirty="0">
              <a:solidFill>
                <a:schemeClr val="accent6">
                  <a:lumMod val="50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39014400" y="31051500"/>
            <a:ext cx="2133600" cy="12954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spAutoFit/>
          </a:bodyPr>
          <a:lstStyle/>
          <a:p>
            <a:pPr algn="ctr"/>
            <a:endParaRPr lang="zh-CN" altLang="en-US" sz="3600" dirty="0">
              <a:solidFill>
                <a:schemeClr val="accent6">
                  <a:lumMod val="50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pic>
        <p:nvPicPr>
          <p:cNvPr id="3" name="图片 2" descr="图表, 条形图&#10;&#10;AI 生成的内容可能不正确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6175" y="842513"/>
            <a:ext cx="5968688" cy="4940746"/>
          </a:xfrm>
          <a:prstGeom prst="rect">
            <a:avLst/>
          </a:prstGeom>
        </p:spPr>
      </p:pic>
      <p:pic>
        <p:nvPicPr>
          <p:cNvPr id="11" name="图片 10" descr="图表, 饼图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221" y="842514"/>
            <a:ext cx="5066967" cy="494074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441452" y="428287"/>
            <a:ext cx="117505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spc="300" dirty="0" err="1">
                <a:solidFill>
                  <a:schemeClr val="accent6">
                    <a:lumMod val="5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Analisi</a:t>
            </a:r>
            <a:r>
              <a:rPr lang="en-US" altLang="zh-CN" sz="2800" spc="300" dirty="0">
                <a:solidFill>
                  <a:schemeClr val="accent6">
                    <a:lumMod val="5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 </a:t>
            </a:r>
            <a:r>
              <a:rPr lang="en-US" altLang="zh-CN" sz="2800" spc="300" dirty="0" err="1">
                <a:solidFill>
                  <a:schemeClr val="accent6">
                    <a:lumMod val="5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causalità</a:t>
            </a:r>
            <a:r>
              <a:rPr lang="en-US" altLang="zh-CN" sz="2800" spc="300" dirty="0">
                <a:solidFill>
                  <a:schemeClr val="accent6">
                    <a:lumMod val="5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 budget-</a:t>
            </a:r>
            <a:r>
              <a:rPr lang="en-US" altLang="zh-CN" sz="2800" spc="300" dirty="0" err="1">
                <a:solidFill>
                  <a:schemeClr val="accent6">
                    <a:lumMod val="5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produzione</a:t>
            </a:r>
            <a:endParaRPr lang="zh-CN" altLang="en-US" sz="2800" spc="300" dirty="0">
              <a:solidFill>
                <a:schemeClr val="accent6">
                  <a:lumMod val="50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11302" y="1027525"/>
            <a:ext cx="1969477" cy="45719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spAutoFit/>
          </a:bodyPr>
          <a:lstStyle/>
          <a:p>
            <a:pPr algn="ctr"/>
            <a:endParaRPr lang="zh-CN" altLang="en-US" sz="3600" dirty="0">
              <a:solidFill>
                <a:schemeClr val="accent6">
                  <a:lumMod val="50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0404533" y="-29164"/>
            <a:ext cx="5198324" cy="7138988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19" name="图片占位符 7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artisticBlur radius="6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362260" y="1540824"/>
            <a:ext cx="3641435" cy="4757109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9835697" y="2664370"/>
            <a:ext cx="210094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Osservando il grafico, vediamo che tutti i film hanno incassi superiori al budget, ma non in modo uniforme.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75740"/>
            <a:ext cx="9204325" cy="465518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-4225275" y="-92347"/>
            <a:ext cx="6946703" cy="7042694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占位符 8"/>
          <p:cNvPicPr>
            <a:picLocks noGrp="1" noChangeAspect="1"/>
          </p:cNvPicPr>
          <p:nvPr>
            <p:ph type="pic" sz="quarter" idx="10"/>
          </p:nvPr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953" r="13953"/>
          <a:stretch>
            <a:fillRect/>
          </a:stretch>
        </p:blipFill>
        <p:spPr>
          <a:xfrm>
            <a:off x="-3751979" y="612210"/>
            <a:ext cx="6334220" cy="6276475"/>
          </a:xfrm>
        </p:spPr>
      </p:pic>
      <p:sp>
        <p:nvSpPr>
          <p:cNvPr id="4" name="矩形 3"/>
          <p:cNvSpPr/>
          <p:nvPr/>
        </p:nvSpPr>
        <p:spPr>
          <a:xfrm>
            <a:off x="4055509" y="230939"/>
            <a:ext cx="117505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spc="300" dirty="0" err="1">
                <a:solidFill>
                  <a:schemeClr val="accent6">
                    <a:lumMod val="5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Analisi</a:t>
            </a:r>
            <a:r>
              <a:rPr lang="en-US" altLang="zh-CN" sz="2800" spc="300" dirty="0">
                <a:solidFill>
                  <a:schemeClr val="accent6">
                    <a:lumMod val="5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 multivariate: ROI vs Budget</a:t>
            </a:r>
            <a:endParaRPr lang="zh-CN" altLang="en-US" sz="2800" spc="300" dirty="0">
              <a:solidFill>
                <a:schemeClr val="accent6">
                  <a:lumMod val="50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9524673" y="841354"/>
            <a:ext cx="1969477" cy="45719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spAutoFit/>
          </a:bodyPr>
          <a:lstStyle/>
          <a:p>
            <a:pPr algn="ctr"/>
            <a:endParaRPr lang="zh-CN" altLang="en-US" sz="3600" dirty="0">
              <a:solidFill>
                <a:schemeClr val="accent6">
                  <a:lumMod val="50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pic>
        <p:nvPicPr>
          <p:cNvPr id="10" name="图片 9" descr="图表, 散点图&#10;&#10;AI 生成的内容可能不正确。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5537" y="1146301"/>
            <a:ext cx="8940520" cy="513322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背景图案&#10;&#10;AI 生成的内容可能不正确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479" y="455493"/>
            <a:ext cx="10862161" cy="583525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3071446"/>
            <a:ext cx="12192000" cy="3786554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5842000" y="539261"/>
            <a:ext cx="6161314" cy="50643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49" r="25922"/>
          <a:stretch>
            <a:fillRect/>
          </a:stretch>
        </p:blipFill>
        <p:spPr>
          <a:xfrm>
            <a:off x="443803" y="539260"/>
            <a:ext cx="5064368" cy="5064369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6002774" y="3182872"/>
            <a:ext cx="7141915" cy="235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latin typeface="思源黑体 CN ExtraLight" panose="020B0200000000000000" pitchFamily="34" charset="-122"/>
                <a:ea typeface="思源黑体 CN ExtraLight" panose="020B0200000000000000" pitchFamily="34" charset="-122"/>
                <a:sym typeface="Microsoft YaHei" panose="020B0503020204020204" pitchFamily="34" charset="-122"/>
                <a:hlinkClick r:id="rId2"/>
              </a:rPr>
              <a:t>https://www.boxofficemojo.com/year/world/2025/</a:t>
            </a:r>
            <a:r>
              <a:rPr lang="en-US" altLang="zh-CN" sz="2000" dirty="0">
                <a:latin typeface="思源黑体 CN ExtraLight" panose="020B0200000000000000" pitchFamily="34" charset="-122"/>
                <a:ea typeface="思源黑体 CN ExtraLight" panose="020B0200000000000000" pitchFamily="34" charset="-122"/>
                <a:sym typeface="Microsoft YaHei" panose="020B0503020204020204" pitchFamily="34" charset="-122"/>
              </a:rPr>
              <a:t> </a:t>
            </a:r>
            <a:endParaRPr lang="en-US" altLang="zh-CN" sz="2000" dirty="0">
              <a:latin typeface="思源黑体 CN ExtraLight" panose="020B0200000000000000" pitchFamily="34" charset="-122"/>
              <a:ea typeface="思源黑体 CN ExtraLight" panose="020B0200000000000000" pitchFamily="34" charset="-122"/>
              <a:sym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思源黑体 CN ExtraLight" panose="020B0200000000000000" pitchFamily="34" charset="-122"/>
                <a:ea typeface="思源黑体 CN ExtraLight" panose="020B0200000000000000" pitchFamily="34" charset="-122"/>
                <a:sym typeface="Microsoft YaHei" panose="020B0503020204020204" pitchFamily="34" charset="-122"/>
                <a:hlinkClick r:id="rId3"/>
              </a:rPr>
              <a:t>https://www.the-numbers.com/movie/budgets/all</a:t>
            </a:r>
            <a:endParaRPr lang="en-US" altLang="zh-CN" sz="2000" dirty="0">
              <a:latin typeface="思源黑体 CN ExtraLight" panose="020B0200000000000000" pitchFamily="34" charset="-122"/>
              <a:ea typeface="思源黑体 CN ExtraLight" panose="020B0200000000000000" pitchFamily="34" charset="-122"/>
              <a:sym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思源黑体 CN ExtraLight" panose="020B0200000000000000" pitchFamily="34" charset="-122"/>
                <a:ea typeface="思源黑体 CN ExtraLight" panose="020B0200000000000000" pitchFamily="34" charset="-122"/>
                <a:sym typeface="Microsoft YaHei" panose="020B0503020204020204" pitchFamily="34" charset="-122"/>
                <a:hlinkClick r:id="rId4"/>
              </a:rPr>
              <a:t>https://www.imdb.com/it/</a:t>
            </a:r>
            <a:endParaRPr lang="en-US" altLang="zh-CN" sz="2000" dirty="0">
              <a:latin typeface="思源黑体 CN ExtraLight" panose="020B0200000000000000" pitchFamily="34" charset="-122"/>
              <a:ea typeface="思源黑体 CN ExtraLight" panose="020B0200000000000000" pitchFamily="34" charset="-122"/>
              <a:sym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思源黑体 CN ExtraLight" panose="020B0200000000000000" pitchFamily="34" charset="-122"/>
                <a:ea typeface="思源黑体 CN ExtraLight" panose="020B0200000000000000" pitchFamily="34" charset="-122"/>
                <a:sym typeface="Microsoft YaHei" panose="020B0503020204020204" pitchFamily="34" charset="-122"/>
                <a:hlinkClick r:id="rId5"/>
              </a:rPr>
              <a:t>https://www.kaggle.com/</a:t>
            </a:r>
            <a:endParaRPr lang="en-US" altLang="zh-CN" sz="2000" dirty="0">
              <a:latin typeface="思源黑体 CN ExtraLight" panose="020B0200000000000000" pitchFamily="34" charset="-122"/>
              <a:ea typeface="思源黑体 CN ExtraLight" panose="020B0200000000000000" pitchFamily="34" charset="-122"/>
              <a:sym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2000" dirty="0">
              <a:latin typeface="思源黑体 CN ExtraLight" panose="020B0200000000000000" pitchFamily="34" charset="-122"/>
              <a:ea typeface="思源黑体 CN ExtraLight" panose="020B0200000000000000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902053" y="1530914"/>
            <a:ext cx="4041207" cy="1187352"/>
          </a:xfrm>
          <a:prstGeom prst="rect">
            <a:avLst/>
          </a:prstGeom>
          <a:noFill/>
          <a:ln w="28575">
            <a:noFill/>
          </a:ln>
        </p:spPr>
        <p:txBody>
          <a:bodyPr vert="horz" wrap="square" rtlCol="0" anchor="ctr" anchorCtr="1">
            <a:noAutofit/>
          </a:bodyPr>
          <a:lstStyle/>
          <a:p>
            <a:r>
              <a:rPr lang="en-US" altLang="zh-CN" sz="4400" dirty="0">
                <a:solidFill>
                  <a:schemeClr val="accent6">
                    <a:lumMod val="50000"/>
                  </a:schemeClr>
                </a:solidFill>
                <a:latin typeface="Eras Demi ITC" panose="020B0805030504020804" pitchFamily="34" charset="0"/>
                <a:ea typeface="思源黑体 CN Bold" panose="020B0800000000000000" pitchFamily="34" charset="-122"/>
              </a:rPr>
              <a:t>Sources</a:t>
            </a:r>
            <a:endParaRPr lang="zh-CN" altLang="en-US" sz="4400" dirty="0">
              <a:solidFill>
                <a:schemeClr val="accent6">
                  <a:lumMod val="50000"/>
                </a:schemeClr>
              </a:solidFill>
              <a:latin typeface="Eras Demi ITC" panose="020B0805030504020804" pitchFamily="34" charset="0"/>
              <a:ea typeface="思源黑体 CN Bold" panose="020B0800000000000000" pitchFamily="3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-2"/>
            <a:ext cx="1905000" cy="6858001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endParaRPr lang="zh-CN" altLang="en-US" sz="3600" dirty="0">
              <a:solidFill>
                <a:schemeClr val="accent6">
                  <a:lumMod val="50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05000" y="0"/>
            <a:ext cx="10287000" cy="6858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576943" y="2039257"/>
            <a:ext cx="5227320" cy="2598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030150" y="2453382"/>
            <a:ext cx="440581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>
                <a:solidFill>
                  <a:schemeClr val="accent6">
                    <a:lumMod val="50000"/>
                  </a:schemeClr>
                </a:solidFill>
                <a:latin typeface="Britannic Bold" panose="020B0903060703020204" pitchFamily="34" charset="0"/>
                <a:ea typeface="思源黑体 CN Bold" panose="020B0800000000000000" pitchFamily="34" charset="-122"/>
              </a:rPr>
              <a:t>Grazie </a:t>
            </a:r>
            <a:endParaRPr lang="en-US" altLang="zh-CN" sz="4800" dirty="0">
              <a:solidFill>
                <a:schemeClr val="accent6">
                  <a:lumMod val="50000"/>
                </a:schemeClr>
              </a:solidFill>
              <a:latin typeface="Britannic Bold" panose="020B0903060703020204" pitchFamily="34" charset="0"/>
              <a:ea typeface="思源黑体 CN Bold" panose="020B0800000000000000" pitchFamily="34" charset="-122"/>
            </a:endParaRPr>
          </a:p>
          <a:p>
            <a:r>
              <a:rPr lang="en-US" altLang="zh-CN" sz="4800" dirty="0">
                <a:solidFill>
                  <a:schemeClr val="accent6">
                    <a:lumMod val="50000"/>
                  </a:schemeClr>
                </a:solidFill>
                <a:latin typeface="Britannic Bold" panose="020B0903060703020204" pitchFamily="34" charset="0"/>
                <a:ea typeface="思源黑体 CN Bold" panose="020B0800000000000000" pitchFamily="34" charset="-122"/>
              </a:rPr>
              <a:t>per l</a:t>
            </a:r>
            <a:r>
              <a:rPr lang="it-IT" altLang="zh-CN" sz="4800" dirty="0">
                <a:solidFill>
                  <a:schemeClr val="accent6">
                    <a:lumMod val="50000"/>
                  </a:schemeClr>
                </a:solidFill>
                <a:latin typeface="Britannic Bold" panose="020B0903060703020204" pitchFamily="34" charset="0"/>
                <a:ea typeface="思源黑体 CN Bold" panose="020B0800000000000000" pitchFamily="34" charset="-122"/>
              </a:rPr>
              <a:t>’</a:t>
            </a:r>
            <a:r>
              <a:rPr lang="en-US" altLang="zh-CN" sz="4800" dirty="0" err="1">
                <a:solidFill>
                  <a:schemeClr val="accent6">
                    <a:lumMod val="50000"/>
                  </a:schemeClr>
                </a:solidFill>
                <a:latin typeface="Britannic Bold" panose="020B0903060703020204" pitchFamily="34" charset="0"/>
                <a:ea typeface="思源黑体 CN Bold" panose="020B0800000000000000" pitchFamily="34" charset="-122"/>
              </a:rPr>
              <a:t>attenzione</a:t>
            </a:r>
            <a:endParaRPr lang="zh-CN" altLang="en-US" sz="4800" dirty="0">
              <a:solidFill>
                <a:schemeClr val="accent6">
                  <a:lumMod val="50000"/>
                </a:schemeClr>
              </a:solidFill>
              <a:latin typeface="Britannic Bold" panose="020B0903060703020204" pitchFamily="34" charset="0"/>
              <a:ea typeface="思源黑体 CN Bold" panose="020B0800000000000000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HASNOTE" val="true"/>
  <p:tag name="NOTESHAPEID" val="21"/>
</p:tagLst>
</file>

<file path=ppt/tags/tag2.xml><?xml version="1.0" encoding="utf-8"?>
<p:tagLst xmlns:p="http://schemas.openxmlformats.org/presentationml/2006/main">
  <p:tag name="HASNOTE" val="true"/>
  <p:tag name="NOTESHAPEID" val="6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951011"/>
      </a:accent1>
      <a:accent2>
        <a:srgbClr val="3D1D0E"/>
      </a:accent2>
      <a:accent3>
        <a:srgbClr val="C58D09"/>
      </a:accent3>
      <a:accent4>
        <a:srgbClr val="A6B17D"/>
      </a:accent4>
      <a:accent5>
        <a:srgbClr val="BFA77B"/>
      </a:accent5>
      <a:accent6>
        <a:srgbClr val="C76510"/>
      </a:accent6>
      <a:hlink>
        <a:srgbClr val="4472C4"/>
      </a:hlink>
      <a:folHlink>
        <a:srgbClr val="BFBFBF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50000"/>
          </a:schemeClr>
        </a:solidFill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 sz="3600" dirty="0">
            <a:solidFill>
              <a:schemeClr val="accent6">
                <a:lumMod val="50000"/>
              </a:schemeClr>
            </a:solidFill>
            <a:latin typeface="思源黑体 CN Bold" panose="020B0800000000000000" pitchFamily="34" charset="-122"/>
            <a:ea typeface="思源黑体 CN Bold" panose="020B0800000000000000" pitchFamily="34" charset="-122"/>
          </a:defRPr>
        </a:defPPr>
      </a:lstStyle>
    </a:spDef>
    <a:txDef>
      <a:spPr>
        <a:noFill/>
      </a:spPr>
      <a:bodyPr wrap="none" rtlCol="0">
        <a:spAutoFit/>
      </a:bodyPr>
      <a:lstStyle>
        <a:defPPr algn="l">
          <a:defRPr sz="3200" dirty="0" smtClean="0">
            <a:latin typeface="思源黑体 CN Bold" panose="020B0800000000000000" pitchFamily="34" charset="-122"/>
            <a:ea typeface="思源黑体 CN Bold" panose="020B0800000000000000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68395"/>
    </a:dk2>
    <a:lt2>
      <a:srgbClr val="F0F0F0"/>
    </a:lt2>
    <a:accent1>
      <a:srgbClr val="951011"/>
    </a:accent1>
    <a:accent2>
      <a:srgbClr val="3D1D0E"/>
    </a:accent2>
    <a:accent3>
      <a:srgbClr val="C58D09"/>
    </a:accent3>
    <a:accent4>
      <a:srgbClr val="A6B17D"/>
    </a:accent4>
    <a:accent5>
      <a:srgbClr val="BFA77B"/>
    </a:accent5>
    <a:accent6>
      <a:srgbClr val="C76510"/>
    </a:accent6>
    <a:hlink>
      <a:srgbClr val="4472C4"/>
    </a:hlink>
    <a:folHlink>
      <a:srgbClr val="BFBFBF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68395"/>
    </a:dk2>
    <a:lt2>
      <a:srgbClr val="F0F0F0"/>
    </a:lt2>
    <a:accent1>
      <a:srgbClr val="951011"/>
    </a:accent1>
    <a:accent2>
      <a:srgbClr val="3D1D0E"/>
    </a:accent2>
    <a:accent3>
      <a:srgbClr val="C58D09"/>
    </a:accent3>
    <a:accent4>
      <a:srgbClr val="A6B17D"/>
    </a:accent4>
    <a:accent5>
      <a:srgbClr val="BFA77B"/>
    </a:accent5>
    <a:accent6>
      <a:srgbClr val="C76510"/>
    </a:accent6>
    <a:hlink>
      <a:srgbClr val="4472C4"/>
    </a:hlink>
    <a:folHlink>
      <a:srgbClr val="BFBFBF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68395"/>
    </a:dk2>
    <a:lt2>
      <a:srgbClr val="F0F0F0"/>
    </a:lt2>
    <a:accent1>
      <a:srgbClr val="951011"/>
    </a:accent1>
    <a:accent2>
      <a:srgbClr val="3D1D0E"/>
    </a:accent2>
    <a:accent3>
      <a:srgbClr val="C58D09"/>
    </a:accent3>
    <a:accent4>
      <a:srgbClr val="A6B17D"/>
    </a:accent4>
    <a:accent5>
      <a:srgbClr val="BFA77B"/>
    </a:accent5>
    <a:accent6>
      <a:srgbClr val="C76510"/>
    </a:accent6>
    <a:hlink>
      <a:srgbClr val="4472C4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1326</Words>
  <Application>WPS Presentation</Application>
  <PresentationFormat>宽屏</PresentationFormat>
  <Paragraphs>85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2" baseType="lpstr">
      <vt:lpstr>Arial</vt:lpstr>
      <vt:lpstr>SimSun</vt:lpstr>
      <vt:lpstr>Wingdings</vt:lpstr>
      <vt:lpstr>思源黑体 CN Bold</vt:lpstr>
      <vt:lpstr>SimHei</vt:lpstr>
      <vt:lpstr>思源黑体 CN Light</vt:lpstr>
      <vt:lpstr>Microsoft YaHei</vt:lpstr>
      <vt:lpstr>Times New Roman</vt:lpstr>
      <vt:lpstr>Britannic Bold</vt:lpstr>
      <vt:lpstr>Aa锐智体</vt:lpstr>
      <vt:lpstr>DengXian</vt:lpstr>
      <vt:lpstr>思源黑体 CN ExtraLight</vt:lpstr>
      <vt:lpstr>Eras Demi ITC</vt:lpstr>
      <vt:lpstr>Arial Unicode MS</vt:lpstr>
      <vt:lpstr>DengXian Light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maria shi</cp:lastModifiedBy>
  <cp:revision>81</cp:revision>
  <dcterms:created xsi:type="dcterms:W3CDTF">2018-04-18T06:17:00Z</dcterms:created>
  <dcterms:modified xsi:type="dcterms:W3CDTF">2026-02-10T09:09:46Z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812D148365224447ADA97BC6E02E680E_13</vt:lpwstr>
  </property>
  <property fmtid="{D5CDD505-2E9C-101B-9397-08002B2CF9AE}" pid="3" name="KSOProductBuildVer">
    <vt:lpwstr>1033-12.2.0.23196</vt:lpwstr>
  </property>
</Properties>
</file>